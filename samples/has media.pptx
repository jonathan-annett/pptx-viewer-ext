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A0498-EEDA-BE4A-22D9-C5C6B5758D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B8010E-FC48-D2D3-B12A-18FF9ADC1F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9C6C7F-B056-6BCB-F226-B06452F62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C10F5-4A38-4041-8C37-48BD0B95A9CA}" type="datetimeFigureOut">
              <a:rPr lang="en-AU" smtClean="0"/>
              <a:t>18/05/2026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64B696-C934-9C00-76CF-ABFB889B7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20740C-F4AA-7A62-2276-5C747C4E8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2D9AC-8F80-41AB-89C5-BAB57085D4C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683034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FCDB5-4CA2-2008-59DB-E073386C6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AC6838-89A8-7F3D-45D1-280B94F8D4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4CDB7A-B964-89B0-1913-877C226E7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C10F5-4A38-4041-8C37-48BD0B95A9CA}" type="datetimeFigureOut">
              <a:rPr lang="en-AU" smtClean="0"/>
              <a:t>18/05/2026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14442C-E867-5155-D970-7048673D0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FBCF49-0473-1C74-9A94-1C3905948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2D9AC-8F80-41AB-89C5-BAB57085D4C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697302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37F7A-2DD2-EF13-E85B-3B51785B54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32FEEC-F205-58D9-678A-4B0B1AA553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5F1039-9F44-2939-219E-6F1B1F299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C10F5-4A38-4041-8C37-48BD0B95A9CA}" type="datetimeFigureOut">
              <a:rPr lang="en-AU" smtClean="0"/>
              <a:t>18/05/2026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F4BA5D-4F3B-5592-E5D5-34D0DB5DE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753061-F4D7-8D2B-CAC2-9F10C7118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2D9AC-8F80-41AB-89C5-BAB57085D4C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354825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4F4DC-8AA7-F18E-3512-2449AB896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A016F2-955D-3C06-41DA-A13F2186C3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A29E40-AC26-96E3-EAC1-68843215FC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558855-BCF5-004A-71A8-15414DFA5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C10F5-4A38-4041-8C37-48BD0B95A9CA}" type="datetimeFigureOut">
              <a:rPr lang="en-AU" smtClean="0"/>
              <a:t>18/05/2026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13051D-2649-7593-DC32-9C0D6720C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FC9886-D018-1E97-0519-A302BA98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2D9AC-8F80-41AB-89C5-BAB57085D4C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15839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4C906-A8C1-37CB-22B6-323564819F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AF73F7-84A7-E389-9A74-8F6EFC475B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863717-DA96-76A5-F317-8576BC2E06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0EAF3F-9C3F-43FD-CC84-0EC61EA2E0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72D96B-071E-A481-BEDA-84D7C17F93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55E811-88FA-E430-C1C9-24DBF44CE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C10F5-4A38-4041-8C37-48BD0B95A9CA}" type="datetimeFigureOut">
              <a:rPr lang="en-AU" smtClean="0"/>
              <a:t>18/05/2026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763EB3-347F-E025-8495-8E1CE54EB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25B893-B995-558E-DB1B-26B1278E2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2D9AC-8F80-41AB-89C5-BAB57085D4C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871235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37E7E-E1EC-7624-38E1-B207C5148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CC7EF9-92C0-010A-673D-C9FA31AC4C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C10F5-4A38-4041-8C37-48BD0B95A9CA}" type="datetimeFigureOut">
              <a:rPr lang="en-AU" smtClean="0"/>
              <a:t>18/05/2026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1CBED0-F518-804A-2FBB-F98870CBC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72CE9E-065C-6319-32C0-0505E45F9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2D9AC-8F80-41AB-89C5-BAB57085D4C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282580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69554F-16D4-1A39-B5F0-AC5F6239D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C10F5-4A38-4041-8C37-48BD0B95A9CA}" type="datetimeFigureOut">
              <a:rPr lang="en-AU" smtClean="0"/>
              <a:t>18/05/2026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89B901-53F4-2249-5FBF-8481A4BD3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8FD562-9B24-7E93-087F-94078BA78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2D9AC-8F80-41AB-89C5-BAB57085D4C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29949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8ABAD-20CA-CB30-6229-E312718077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420C10-A563-9E03-C387-7754189239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CF6600-2C86-F965-0524-E290760C4D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260056-289C-F133-D332-5E338C2FF2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C10F5-4A38-4041-8C37-48BD0B95A9CA}" type="datetimeFigureOut">
              <a:rPr lang="en-AU" smtClean="0"/>
              <a:t>18/05/2026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620EF5-0144-C49D-3C1F-9ECC2E7F1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1271D6-57F5-3341-3ECD-B1F541E43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2D9AC-8F80-41AB-89C5-BAB57085D4C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353289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627F3-71E9-2CEA-84F2-12AD8B01D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14009E-1F48-64E3-B88B-3C11214404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B0911F-18A7-9075-B020-518FDDFD21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34491E-68B7-F471-BE61-673C10AB6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C10F5-4A38-4041-8C37-48BD0B95A9CA}" type="datetimeFigureOut">
              <a:rPr lang="en-AU" smtClean="0"/>
              <a:t>18/05/2026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59D1AA-85B1-28D8-94B3-A004EEFA6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442B46-8E7C-D53B-7804-93F43CF44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2D9AC-8F80-41AB-89C5-BAB57085D4C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968129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BDB03-2D68-5C88-3929-1BA725CAE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ECEABB-A9DE-6CDD-4524-8AAB9AC0BA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774504-0F48-48D2-06DF-935D42811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C10F5-4A38-4041-8C37-48BD0B95A9CA}" type="datetimeFigureOut">
              <a:rPr lang="en-AU" smtClean="0"/>
              <a:t>18/05/2026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9F7246-0265-0412-A52F-90AE9481B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A12DD2-3378-A067-A8D0-254092B4F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2D9AC-8F80-41AB-89C5-BAB57085D4C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941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88C630-D87B-426B-90EB-5158DA3BCA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9BFC1E-B9BC-D5E1-2A7A-4D4877291E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0514E6-1E25-8944-22EF-96AD7658B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C10F5-4A38-4041-8C37-48BD0B95A9CA}" type="datetimeFigureOut">
              <a:rPr lang="en-AU" smtClean="0"/>
              <a:t>18/05/2026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88B28C-8A6D-3CBC-171C-C92F1F446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6963B8-32A2-B925-486A-0DFC34AEB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2D9AC-8F80-41AB-89C5-BAB57085D4C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22540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E16C20-4667-AFFE-1C6C-EFF26CE52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2DD45D-174F-F0E2-F880-30507C31D9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B5FF94-294E-918E-B07C-8E2D986F05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2C10F5-4A38-4041-8C37-48BD0B95A9CA}" type="datetimeFigureOut">
              <a:rPr lang="en-AU" smtClean="0"/>
              <a:t>18/05/2026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1265CA-EBE7-234F-997B-B20A1DBBFD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E19C76-9DD8-2FDE-92F4-7F40154748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D2D9AC-8F80-41AB-89C5-BAB57085D4C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99955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DB21E-1931-77D9-6186-9CF7FC94E23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D3FFCD-A210-EF5C-3FA0-219912176FA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4" name="big_buck_bunny">
            <a:hlinkClick r:id="" action="ppaction://media"/>
            <a:extLst>
              <a:ext uri="{FF2B5EF4-FFF2-40B4-BE49-F238E27FC236}">
                <a16:creationId xmlns:a16="http://schemas.microsoft.com/office/drawing/2014/main" id="{5504F9F4-79A1-F722-4F75-643F4A36E74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048000" y="1714500"/>
            <a:ext cx="6096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878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095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3452D-4E19-AE93-B57D-1031266AC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4" name="file_example_MP4_480_1_5MG">
            <a:hlinkClick r:id="" action="ppaction://media"/>
            <a:extLst>
              <a:ext uri="{FF2B5EF4-FFF2-40B4-BE49-F238E27FC236}">
                <a16:creationId xmlns:a16="http://schemas.microsoft.com/office/drawing/2014/main" id="{075F5610-6964-402A-7C82-93DE6191D6A2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228850" y="1825625"/>
            <a:ext cx="7735888" cy="4351338"/>
          </a:xfrm>
        </p:spPr>
      </p:pic>
    </p:spTree>
    <p:extLst>
      <p:ext uri="{BB962C8B-B14F-4D97-AF65-F5344CB8AC3E}">
        <p14:creationId xmlns:p14="http://schemas.microsoft.com/office/powerpoint/2010/main" val="203528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052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2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TSD SPC</dc:creator>
  <cp:lastModifiedBy>TSD SPC</cp:lastModifiedBy>
  <cp:revision>1</cp:revision>
  <dcterms:created xsi:type="dcterms:W3CDTF">2026-05-17T21:58:57Z</dcterms:created>
  <dcterms:modified xsi:type="dcterms:W3CDTF">2026-05-17T21:59:44Z</dcterms:modified>
</cp:coreProperties>
</file>