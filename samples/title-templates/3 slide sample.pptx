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Inter SemiBold"/>
      <p:regular r:id="rId9"/>
      <p:bold r:id="rId10"/>
      <p:italic r:id="rId11"/>
      <p:boldItalic r:id="rId12"/>
    </p:embeddedFont>
    <p:embeddedFont>
      <p:font typeface="Inter Light"/>
      <p:regular r:id="rId13"/>
      <p:bold r:id="rId14"/>
      <p:italic r:id="rId15"/>
      <p:boldItalic r:id="rId16"/>
    </p:embeddedFont>
    <p:embeddedFont>
      <p:font typeface="Gowun Batang"/>
      <p:regular r:id="rId17"/>
      <p:bold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11" Type="http://schemas.openxmlformats.org/officeDocument/2006/relationships/font" Target="fonts/InterSemiBold-italic.fntdata"/><Relationship Id="rId10" Type="http://schemas.openxmlformats.org/officeDocument/2006/relationships/font" Target="fonts/InterSemiBold-bold.fntdata"/><Relationship Id="rId13" Type="http://schemas.openxmlformats.org/officeDocument/2006/relationships/font" Target="fonts/InterLight-regular.fntdata"/><Relationship Id="rId12" Type="http://schemas.openxmlformats.org/officeDocument/2006/relationships/font" Target="fonts/InterSemiBold-boldItalic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GowunBatang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Inter-regular.fntdata"/><Relationship Id="rId18" Type="http://schemas.openxmlformats.org/officeDocument/2006/relationships/font" Target="fonts/GowunBatang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e5585f20df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3e5585f20df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e5585f20df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e5585f20df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5585f20df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e5585f20df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" name="Google Shape;17;p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8" name="Google Shape;28;p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29" name="Google Shape;29;p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0" name="Google Shape;30;p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32" name="Google Shape;32;p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6" name="Google Shape;36;p4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" name="Google Shape;38;p4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" name="Google Shape;40;p4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2" name="Google Shape;42;p4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" name="Google Shape;46;p4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8" name="Google Shape;48;p4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0" name="Google Shape;50;p4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1" name="Google Shape;51;p4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4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3" name="Google Shape;53;p4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4" name="Google Shape;54;p4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" name="Google Shape;81;p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" name="Google Shape;82;p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" name="Google Shape;83;p6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6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6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6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6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6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6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6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1" name="Google Shape;101;p7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7" name="Google Shape;117;p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28" name="Google Shape;128;p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" name="Google Shape;129;p8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2" name="Google Shape;132;p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3" name="Google Shape;133;p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" name="Google Shape;134;p8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8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8" name="Google Shape;138;p8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2" name="Google Shape;142;p8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3" name="Google Shape;143;p8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45" name="Google Shape;145;p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7" name="Google Shape;147;p8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8" name="Google Shape;148;p8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9" name="Google Shape;149;p8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0" name="Google Shape;150;p8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1" name="Google Shape;151;p8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52" name="Google Shape;152;p8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56" name="Google Shape;156;p9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9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8" name="Google Shape;158;p9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9" name="Google Shape;159;p9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160" name="Google Shape;160;p9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9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3" name="Google Shape;163;p9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64" name="Google Shape;164;p9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9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66" name="Google Shape;166;p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1" name="Google Shape;171;p9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72" name="Google Shape;172;p9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9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5" name="Google Shape;175;p9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6" name="Google Shape;176;p9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7" name="Google Shape;177;p9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9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9" name="Google Shape;179;p9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0" name="Google Shape;180;p9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9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10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10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10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10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10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10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0" name="Google Shape;190;p10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1" name="Google Shape;191;p10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2" name="Google Shape;192;p10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3" name="Google Shape;193;p10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4" name="Google Shape;194;p10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5" name="Google Shape;195;p10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6" name="Google Shape;196;p10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10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8" name="Google Shape;198;p10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9" name="Google Shape;199;p10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0" name="Google Shape;200;p10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1" name="Google Shape;201;p10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2" name="Google Shape;202;p10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3" name="Google Shape;203;p10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4" name="Google Shape;204;p10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05" name="Google Shape;205;p10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10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10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10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9" name="Google Shape;209;p1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0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0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2" name="Google Shape;212;p1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5" name="Google Shape;215;p10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8" name="Google Shape;218;p11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19" name="Google Shape;219;p11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0" name="Google Shape;220;p11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2" name="Google Shape;222;p11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23" name="Google Shape;223;p11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4" name="Google Shape;224;p11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5" name="Google Shape;225;p11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11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7" name="Google Shape;227;p11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8" name="Google Shape;228;p11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9" name="Google Shape;229;p11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11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11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11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3" name="Google Shape;233;p11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4" name="Google Shape;234;p11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5" name="Google Shape;235;p11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6" name="Google Shape;236;p11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7" name="Google Shape;237;p11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8" name="Google Shape;238;p11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9" name="Google Shape;239;p11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0" name="Google Shape;240;p11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1" name="Google Shape;241;p11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2" name="Google Shape;242;p11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3" name="Google Shape;243;p11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44" name="Google Shape;244;p11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5" name="Google Shape;245;p11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46" name="Google Shape;246;p11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47" name="Google Shape;247;p1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1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50" name="Google Shape;250;p11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1" name="Google Shape;251;p11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11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11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11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5" name="Google Shape;255;p11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6" name="Google Shape;256;p11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12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0" name="Google Shape;260;p1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12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0" name="Google Shape;280;p12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1" name="Google Shape;281;p12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2" name="Google Shape;282;p12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3" name="Google Shape;283;p12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87" name="Google Shape;287;p13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288" name="Google Shape;288;p1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1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2" name="Google Shape;292;p13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3" name="Google Shape;293;p13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4" name="Google Shape;294;p13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3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3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9" name="Google Shape;299;p13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0" name="Google Shape;300;p13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1" name="Google Shape;301;p13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2" name="Google Shape;302;p13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03" name="Google Shape;303;p13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06" name="Google Shape;306;p1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7" name="Google Shape;307;p1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09" name="Google Shape;309;p1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10" name="Google Shape;310;p1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4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15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0" name="Google Shape;320;p15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21" name="Google Shape;321;p15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22" name="Google Shape;322;p1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5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30" name="Google Shape;330;p1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37" name="Google Shape;337;p1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8" name="Google Shape;338;p1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9" name="Google Shape;339;p1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40" name="Google Shape;340;p1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17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46" name="Google Shape;346;p17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0" name="Google Shape;350;p18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51" name="Google Shape;351;p18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2" name="Google Shape;352;p1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3" name="Google Shape;353;p18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8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8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6" name="Google Shape;356;p18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57" name="Google Shape;357;p18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58" name="Google Shape;358;p1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1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8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4" name="Google Shape;364;p18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5" name="Google Shape;365;p18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6" name="Google Shape;366;p18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7" name="Google Shape;367;p18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368" name="Google Shape;368;p18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2" name="Google Shape;372;p18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3" name="Google Shape;373;p18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376" name="Google Shape;376;p19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9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8" name="Google Shape;378;p19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" name="Google Shape;379;p19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0" name="Google Shape;380;p1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9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4" name="Google Shape;384;p19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6" name="Google Shape;386;p19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7" name="Google Shape;387;p19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8" name="Google Shape;388;p19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9" name="Google Shape;389;p19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19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1" name="Google Shape;391;p19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2" name="Google Shape;392;p19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3" name="Google Shape;393;p19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4" name="Google Shape;394;p19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19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19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19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2" name="Google Shape;402;p19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03" name="Google Shape;403;p19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4" name="Google Shape;404;p19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05" name="Google Shape;405;p19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8" name="Google Shape;408;p20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9" name="Google Shape;409;p20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0" name="Google Shape;410;p20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1" name="Google Shape;411;p20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2" name="Google Shape;412;p20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3" name="Google Shape;413;p20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14" name="Google Shape;414;p20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15" name="Google Shape;415;p20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16" name="Google Shape;416;p20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20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8" name="Google Shape;418;p2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19" name="Google Shape;419;p2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20" name="Google Shape;420;p2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20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24" name="Google Shape;424;p20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8" name="Google Shape;428;p20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9" name="Google Shape;429;p20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20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1" name="Google Shape;431;p20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2" name="Google Shape;432;p20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5" name="Google Shape;435;p21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21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7" name="Google Shape;437;p21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8" name="Google Shape;438;p21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39" name="Google Shape;439;p21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0" name="Google Shape;440;p21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1" name="Google Shape;441;p21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42" name="Google Shape;442;p21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3" name="Google Shape;443;p21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6" name="Google Shape;446;p21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7" name="Google Shape;447;p21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8" name="Google Shape;448;p21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49" name="Google Shape;449;p21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0" name="Google Shape;450;p21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1" name="Google Shape;451;p21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2" name="Google Shape;452;p21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3" name="Google Shape;453;p21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4" name="Google Shape;454;p21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55" name="Google Shape;455;p21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56" name="Google Shape;456;p21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57" name="Google Shape;457;p21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58" name="Google Shape;458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21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21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3" name="Google Shape;463;p21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64" name="Google Shape;464;p21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8" name="Google Shape;468;p22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1" name="Google Shape;471;p22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2" name="Google Shape;472;p22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73" name="Google Shape;473;p22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4" name="Google Shape;474;p22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75" name="Google Shape;475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76" name="Google Shape;476;p22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7" name="Google Shape;477;p22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478" name="Google Shape;478;p2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2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2" name="Google Shape;482;p22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83" name="Google Shape;483;p22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484" name="Google Shape;484;p22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5" name="Google Shape;485;p22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3" name="Google Shape;493;p22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4" name="Google Shape;494;p22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5" name="Google Shape;495;p22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6" name="Google Shape;496;p22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7" name="Google Shape;497;p22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8" name="Google Shape;498;p22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22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0" name="Google Shape;500;p22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1" name="Google Shape;501;p22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22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3" name="Google Shape;503;p22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4" name="Google Shape;504;p22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5" name="Google Shape;505;p22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8" name="Google Shape;508;p23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09" name="Google Shape;509;p23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0" name="Google Shape;510;p23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11" name="Google Shape;511;p23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2" name="Google Shape;512;p23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23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4" name="Google Shape;514;p23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5" name="Google Shape;515;p23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23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7" name="Google Shape;517;p23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18" name="Google Shape;518;p23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9" name="Google Shape;519;p23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20" name="Google Shape;520;p23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1" name="Google Shape;521;p23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23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3" name="Google Shape;523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23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6" name="Google Shape;526;p24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4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24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9" name="Google Shape;529;p24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30" name="Google Shape;530;p2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24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36" name="Google Shape;536;p24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4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24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5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41" name="Google Shape;541;p25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25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25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25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25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25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25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8" name="Google Shape;548;p25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9" name="Google Shape;549;p25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26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52" name="Google Shape;55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3" name="Google Shape;55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26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556" name="Google Shape;556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7" name="Google Shape;557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8" name="Google Shape;558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9" name="Google Shape;559;p26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560" name="Google Shape;560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1" name="Google Shape;561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2" name="Google Shape;562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564" name="Google Shape;564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5" name="Google Shape;565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26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568" name="Google Shape;568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9" name="Google Shape;569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26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572" name="Google Shape;572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3" name="Google Shape;573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575" name="Google Shape;575;p2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26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581" name="Google Shape;581;p26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6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6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6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26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7" name="Google Shape;587;p26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8" name="Google Shape;588;p26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89" name="Google Shape;589;p26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0" name="Google Shape;590;p26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91" name="Google Shape;591;p26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27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594" name="Google Shape;594;p2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5" name="Google Shape;595;p2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7" name="Google Shape;597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598" name="Google Shape;598;p2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2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04" name="Google Shape;604;p27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07" name="Google Shape;607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14" name="Google Shape;614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0" name="Google Shape;620;p2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21" name="Google Shape;621;p2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0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24" name="Google Shape;624;p30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30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0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0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0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1" name="Google Shape;631;p30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30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3" name="Google Shape;633;p30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4" name="Google Shape;634;p30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30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7" name="Google Shape;637;p31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1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31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31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31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1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1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31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31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8" name="Google Shape;648;p32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9" name="Google Shape;649;p32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0" name="Google Shape;650;p32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32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32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32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32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32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32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32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8" name="Google Shape;658;p32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0" name="Google Shape;660;p3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3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3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3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3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3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3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3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68" name="Google Shape;668;p33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33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0" name="Google Shape;670;p33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1" name="Google Shape;671;p3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4" name="Google Shape;674;p3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5" name="Google Shape;675;p3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3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77" name="Google Shape;677;p3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0" name="Google Shape;680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1" name="Google Shape;681;p3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4" name="Google Shape;684;p35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5" name="Google Shape;685;p35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686" name="Google Shape;686;p35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687" name="Google Shape;687;p35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8" name="Google Shape;688;p35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89" name="Google Shape;689;p35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0" name="Google Shape;690;p35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691" name="Google Shape;691;p35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2" name="Google Shape;692;p35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3" name="Google Shape;693;p35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4" name="Google Shape;694;p35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695" name="Google Shape;695;p35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5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5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5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9" name="Google Shape;699;p35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35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35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35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5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5" name="Google Shape;705;p35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6" name="Google Shape;706;p35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07" name="Google Shape;707;p3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3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3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3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4" name="Google Shape;714;p36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15" name="Google Shape;715;p3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6" name="Google Shape;716;p3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18" name="Google Shape;718;p36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36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20" name="Google Shape;720;p36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36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2" name="Google Shape;722;p36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3" name="Google Shape;723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3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36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Google Shape;730;p37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31" name="Google Shape;731;p3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2" name="Google Shape;732;p3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3" name="Google Shape;733;p3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34" name="Google Shape;734;p37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3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3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3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3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3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37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1" name="Google Shape;741;p37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2" name="Google Shape;742;p37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43" name="Google Shape;743;p37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8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46" name="Google Shape;746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49" name="Google Shape;749;p38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3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38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8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8" name="Google Shape;758;p38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59" name="Google Shape;759;p3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0" name="Google Shape;760;p38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1" name="Google Shape;761;p38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62" name="Google Shape;762;p38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3" name="Google Shape;763;p38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9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66" name="Google Shape;766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7" name="Google Shape;767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9" name="Google Shape;769;p3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70" name="Google Shape;770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3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4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78" name="Google Shape;778;p4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9" name="Google Shape;779;p4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81" name="Google Shape;781;p4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82" name="Google Shape;782;p4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4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4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4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89" name="Google Shape;789;p4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90" name="Google Shape;790;p4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4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3" name="Google Shape;793;p4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4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6" name="Google Shape;796;p4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797" name="Google Shape;797;p4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4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4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4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41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4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06" name="Google Shape;806;p4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7" name="Google Shape;807;p4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9" name="Google Shape;809;p4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0" name="Google Shape;810;p4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4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42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17" name="Google Shape;817;p4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8" name="Google Shape;818;p4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19" name="Google Shape;819;p4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20" name="Google Shape;820;p42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2" name="Google Shape;82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43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4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29" name="Google Shape;829;p4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4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4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44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5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36" name="Google Shape;836;p4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4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45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4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41" name="Google Shape;841;p45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2" name="Google Shape;842;p4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43" name="Google Shape;843;p4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46" name="Google Shape;846;p4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p4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8" name="Google Shape;848;p4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49" name="Google Shape;849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4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46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53" name="Google Shape;853;p46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46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855" name="Google Shape;855;p46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58" name="Google Shape;858;p4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9" name="Google Shape;859;p4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0" name="Google Shape;860;p4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61" name="Google Shape;861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4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47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47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4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4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48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2" name="Google Shape;872;p48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4" name="Google Shape;874;p4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4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49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79" name="Google Shape;879;p49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0" name="Google Shape;880;p49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1" name="Google Shape;881;p4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2" name="Google Shape;882;p49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3" name="Google Shape;883;p49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0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86" name="Google Shape;886;p50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7" name="Google Shape;887;p50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8" name="Google Shape;888;p50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89" name="Google Shape;889;p50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0" name="Google Shape;890;p50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1" name="Google Shape;891;p50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2" name="Google Shape;892;p50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3" name="Google Shape;893;p50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4" name="Google Shape;894;p50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95" name="Google Shape;895;p50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6" name="Google Shape;896;p50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7" name="Google Shape;897;p50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8" name="Google Shape;898;p50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899" name="Google Shape;899;p50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0" name="Google Shape;900;p50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50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3" name="Google Shape;903;p50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04" name="Google Shape;904;p50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05" name="Google Shape;905;p5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5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11" name="Google Shape;911;p50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50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3" name="Google Shape;913;p50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50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5" name="Google Shape;915;p50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17" name="Google Shape;917;p50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8" name="Google Shape;918;p50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50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23" name="Google Shape;923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4" name="Google Shape;924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5" name="Google Shape;925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26" name="Google Shape;926;p51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7" name="Google Shape;927;p51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8" name="Google Shape;928;p51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51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0" name="Google Shape;930;p51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51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1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51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51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5" name="Google Shape;935;p51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51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51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51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51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0" name="Google Shape;940;p51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51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51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51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4" name="Google Shape;944;p51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5" name="Google Shape;945;p51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46" name="Google Shape;946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51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51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51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51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5" name="Google Shape;955;p51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6" name="Google Shape;956;p51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7" name="Google Shape;957;p51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58" name="Google Shape;958;p51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59" name="Google Shape;959;p51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0" name="Google Shape;960;p51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1" name="Google Shape;961;p51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62" name="Google Shape;962;p51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5" name="Google Shape;965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8" name="Google Shape;968;p52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69" name="Google Shape;969;p52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70" name="Google Shape;970;p52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2" name="Google Shape;972;p52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73" name="Google Shape;973;p5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74" name="Google Shape;974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52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52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81" name="Google Shape;981;p52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82" name="Google Shape;982;p52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3" name="Google Shape;983;p52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4" name="Google Shape;984;p52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5" name="Google Shape;985;p52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6" name="Google Shape;986;p52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87" name="Google Shape;987;p52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8" name="Google Shape;988;p52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989" name="Google Shape;989;p52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990" name="Google Shape;990;p52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3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53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4" name="Google Shape;994;p53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53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6" name="Google Shape;996;p53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7" name="Google Shape;997;p53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8" name="Google Shape;998;p5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999" name="Google Shape;999;p5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5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5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53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5" name="Google Shape;1005;p53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6" name="Google Shape;1006;p53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4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9" name="Google Shape;1009;p54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0" name="Google Shape;1010;p54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1" name="Google Shape;1011;p54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12" name="Google Shape;1012;p54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3" name="Google Shape;1013;p54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54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5" name="Google Shape;1015;p54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16" name="Google Shape;1016;p54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54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54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54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0" name="Google Shape;1020;p54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1" name="Google Shape;1021;p54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22" name="Google Shape;1022;p5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5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54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7" name="Google Shape;1027;p5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28" name="Google Shape;1028;p5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5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1" name="Google Shape;1031;p55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55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33" name="Google Shape;1033;p5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5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5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5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8" name="Google Shape;1038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5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4" name="Google Shape;1044;p57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5" name="Google Shape;1045;p57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46" name="Google Shape;1046;p57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57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57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7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2" name="Google Shape;1052;p58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53" name="Google Shape;1053;p5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54" name="Google Shape;1054;p5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5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5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5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9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1" name="Google Shape;1061;p59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2" name="Google Shape;1062;p59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3" name="Google Shape;1063;p5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5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5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0" name="Google Shape;1070;p6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6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2" name="Google Shape;1072;p6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6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6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1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79" name="Google Shape;107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6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84" name="Google Shape;1084;p6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61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2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088" name="Google Shape;1088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2" name="Google Shape;1092;p6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093" name="Google Shape;1093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4" name="Google Shape;1094;p62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95" name="Google Shape;1095;p6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6" name="Google Shape;1096;p6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62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63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00" name="Google Shape;1100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1" name="Google Shape;1101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2" name="Google Shape;1102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3" name="Google Shape;1103;p63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04" name="Google Shape;1104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5" name="Google Shape;1105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06" name="Google Shape;1106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7" name="Google Shape;1107;p63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8" name="Google Shape;1108;p63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9" name="Google Shape;1109;p63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10" name="Google Shape;1110;p63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11" name="Google Shape;111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63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6" name="Google Shape;1116;p63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7" name="Google Shape;1117;p63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18" name="Google Shape;1118;p63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19" name="Google Shape;1119;p63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64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22" name="Google Shape;1122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4" name="Google Shape;1124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5" name="Google Shape;1125;p64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26" name="Google Shape;1126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7" name="Google Shape;1127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8" name="Google Shape;1128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29" name="Google Shape;1129;p64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0" name="Google Shape;1130;p64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1" name="Google Shape;1131;p64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2" name="Google Shape;1132;p64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33" name="Google Shape;1133;p64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4" name="Google Shape;1134;p6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35" name="Google Shape;1135;p64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36" name="Google Shape;1136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64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1" name="Google Shape;1141;p64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2" name="Google Shape;1142;p64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3" name="Google Shape;1143;p64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44" name="Google Shape;1144;p64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65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47" name="Google Shape;1147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9" name="Google Shape;1149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0" name="Google Shape;1150;p65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51" name="Google Shape;1151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2" name="Google Shape;1152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3" name="Google Shape;1153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4" name="Google Shape;1154;p65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55" name="Google Shape;1155;p6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6" name="Google Shape;1156;p6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8" name="Google Shape;1158;p6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59" name="Google Shape;1159;p65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0" name="Google Shape;1160;p65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1" name="Google Shape;1161;p65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2" name="Google Shape;1162;p65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65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64" name="Google Shape;1164;p6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6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7" name="Google Shape;1167;p6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8" name="Google Shape;1168;p6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9" name="Google Shape;1169;p65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70" name="Google Shape;1170;p6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1" name="Google Shape;1171;p65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2" name="Google Shape;1172;p65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73" name="Google Shape;1173;p65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5" name="Google Shape;1175;p66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76" name="Google Shape;1176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7" name="Google Shape;1177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9" name="Google Shape;1179;p66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80" name="Google Shape;1180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1" name="Google Shape;1181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3" name="Google Shape;1183;p66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184" name="Google Shape;1184;p6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5" name="Google Shape;1185;p6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87" name="Google Shape;1187;p66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188" name="Google Shape;1188;p66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89" name="Google Shape;1189;p66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0" name="Google Shape;1190;p66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91" name="Google Shape;1191;p66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92" name="Google Shape;1192;p66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3" name="Google Shape;1193;p6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5" name="Google Shape;1195;p6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6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6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66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199" name="Google Shape;1199;p6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66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1" name="Google Shape;1201;p66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2" name="Google Shape;1202;p66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03" name="Google Shape;1203;p66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4" name="Google Shape;1204;p66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05" name="Google Shape;1205;p66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67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08" name="Google Shape;1208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9" name="Google Shape;1209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0" name="Google Shape;1210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1" name="Google Shape;1211;p67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12" name="Google Shape;1212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4" name="Google Shape;1214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5" name="Google Shape;1215;p67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16" name="Google Shape;1216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7" name="Google Shape;1217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8" name="Google Shape;1218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19" name="Google Shape;1219;p67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0" name="Google Shape;1220;p67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1" name="Google Shape;1221;p67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2" name="Google Shape;1222;p67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23" name="Google Shape;1223;p67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24" name="Google Shape;1224;p67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25" name="Google Shape;1225;p6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6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6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28" name="Google Shape;1228;p67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29" name="Google Shape;1229;p67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0" name="Google Shape;1230;p67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31" name="Google Shape;1231;p6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6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4" name="Google Shape;1234;p6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6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6" name="Google Shape;1236;p6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7" name="Google Shape;1237;p6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8" name="Google Shape;1238;p67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39" name="Google Shape;1239;p67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0" name="Google Shape;1240;p67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1" name="Google Shape;1241;p67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3" name="Google Shape;1243;p68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44" name="Google Shape;1244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5" name="Google Shape;1245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7" name="Google Shape;1247;p68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48" name="Google Shape;1248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9" name="Google Shape;1249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52" name="Google Shape;1252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3" name="Google Shape;1253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4" name="Google Shape;1254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5" name="Google Shape;1255;p68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56" name="Google Shape;1256;p6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7" name="Google Shape;1257;p6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8" name="Google Shape;1258;p6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59" name="Google Shape;1259;p68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0" name="Google Shape;1260;p68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1" name="Google Shape;1261;p68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2" name="Google Shape;1262;p68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3" name="Google Shape;1263;p68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4" name="Google Shape;1264;p68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5" name="Google Shape;1265;p68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66" name="Google Shape;1266;p68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67" name="Google Shape;1267;p6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6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6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6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6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3" name="Google Shape;1273;p6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74" name="Google Shape;1274;p68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5" name="Google Shape;1275;p68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6" name="Google Shape;1276;p68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7" name="Google Shape;1277;p68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78" name="Google Shape;1278;p68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9" name="Google Shape;1279;p68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0" name="Google Shape;1280;p68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9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83" name="Google Shape;1283;p6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84" name="Google Shape;1284;p6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6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6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6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6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70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291" name="Google Shape;1291;p7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292" name="Google Shape;1292;p7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7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7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8" name="Google Shape;1298;p70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99" name="Google Shape;1299;p70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1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2" name="Google Shape;1302;p71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03" name="Google Shape;1303;p7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04" name="Google Shape;1304;p7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7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6" name="Google Shape;1306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7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71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0" name="Google Shape;1310;p71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11" name="Google Shape;1311;p71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12" name="Google Shape;1312;p71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5" name="Google Shape;1315;p72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6" name="Google Shape;13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17" name="Google Shape;1317;p72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8" name="Google Shape;1318;p72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9" name="Google Shape;1319;p7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0" name="Google Shape;1320;p7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7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7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5" name="Google Shape;1325;p72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6" name="Google Shape;1326;p72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27" name="Google Shape;1327;p72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28" name="Google Shape;1328;p72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3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1" name="Google Shape;1331;p73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2" name="Google Shape;1332;p73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3" name="Google Shape;1333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4" name="Google Shape;133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73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0" name="Google Shape;1340;p73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1" name="Google Shape;1341;p73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42" name="Google Shape;1342;p73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3" name="Google Shape;1343;p73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44" name="Google Shape;1344;p73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7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7" name="Google Shape;1347;p7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8" name="Google Shape;1348;p7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9" name="Google Shape;1349;p74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0" name="Google Shape;1350;p74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1" name="Google Shape;1351;p74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52" name="Google Shape;1352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53" name="Google Shape;135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4" name="Google Shape;135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5" name="Google Shape;135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6" name="Google Shape;135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7" name="Google Shape;1357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8" name="Google Shape;1358;p74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9" name="Google Shape;1359;p74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0" name="Google Shape;1360;p74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61" name="Google Shape;1361;p74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2" name="Google Shape;1362;p74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63" name="Google Shape;1363;p74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5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66" name="Google Shape;1366;p7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7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7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6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2" name="Google Shape;1372;p7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3" name="Google Shape;1373;p7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74" name="Google Shape;1374;p76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75" name="Google Shape;1375;p7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6" name="Google Shape;1376;p7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7" name="Google Shape;1377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8" name="Google Shape;1378;p7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77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1" name="Google Shape;1381;p77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2" name="Google Shape;1382;p77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3" name="Google Shape;1383;p77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4" name="Google Shape;1384;p77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5" name="Google Shape;1385;p77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6" name="Google Shape;1386;p77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7" name="Google Shape;1387;p77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8" name="Google Shape;1388;p77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389" name="Google Shape;1389;p7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7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1" name="Google Shape;1391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3" name="Google Shape;1393;p7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4" name="Google Shape;1394;p7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7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7" name="Google Shape;1397;p7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8" name="Google Shape;1398;p7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9" name="Google Shape;1399;p78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0" name="Google Shape;1400;p78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1" name="Google Shape;1401;p78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2" name="Google Shape;1402;p78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3" name="Google Shape;1403;p78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4" name="Google Shape;1404;p78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5" name="Google Shape;1405;p78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6" name="Google Shape;1406;p78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07" name="Google Shape;1407;p78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08" name="Google Shape;1408;p7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9" name="Google Shape;1409;p7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0" name="Google Shape;1410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1" name="Google Shape;1411;p7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2" name="Google Shape;1412;p7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13" name="Google Shape;1413;p7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6" name="Google Shape;1416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9" name="Google Shape;1419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0" name="Google Shape;1420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1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6" name="Google Shape;1426;p82"/>
          <p:cNvGrpSpPr/>
          <p:nvPr/>
        </p:nvGrpSpPr>
        <p:grpSpPr>
          <a:xfrm rot="5400000">
            <a:off x="592728" y="890697"/>
            <a:ext cx="369896" cy="333900"/>
            <a:chOff x="96076" y="654376"/>
            <a:chExt cx="369896" cy="333900"/>
          </a:xfrm>
        </p:grpSpPr>
        <p:cxnSp>
          <p:nvCxnSpPr>
            <p:cNvPr id="1427" name="Google Shape;1427;p8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8" name="Google Shape;1428;p8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29" name="Google Shape;1429;p8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30" name="Google Shape;1430;p82"/>
          <p:cNvCxnSpPr/>
          <p:nvPr/>
        </p:nvCxnSpPr>
        <p:spPr>
          <a:xfrm>
            <a:off x="6771475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82"/>
          <p:cNvCxnSpPr/>
          <p:nvPr/>
        </p:nvCxnSpPr>
        <p:spPr>
          <a:xfrm>
            <a:off x="4861906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82"/>
          <p:cNvCxnSpPr/>
          <p:nvPr/>
        </p:nvCxnSpPr>
        <p:spPr>
          <a:xfrm>
            <a:off x="2950750" y="2343725"/>
            <a:ext cx="0" cy="27999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8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82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2"/>
          <p:cNvCxnSpPr/>
          <p:nvPr/>
        </p:nvCxnSpPr>
        <p:spPr>
          <a:xfrm rot="10800000">
            <a:off x="1040600" y="2343750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2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39" name="Google Shape;1439;p82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Thanks for participating</a:t>
            </a:r>
            <a:endParaRPr/>
          </a:p>
        </p:txBody>
      </p:sp>
      <p:sp>
        <p:nvSpPr>
          <p:cNvPr id="1440" name="Google Shape;1440;p82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2</a:t>
            </a:r>
            <a:endParaRPr sz="1500"/>
          </a:p>
        </p:txBody>
      </p:sp>
      <p:sp>
        <p:nvSpPr>
          <p:cNvPr id="1441" name="Google Shape;1441;p82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2" name="Google Shape;1442;p82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1</a:t>
            </a:r>
            <a:endParaRPr sz="1500"/>
          </a:p>
        </p:txBody>
      </p:sp>
      <p:sp>
        <p:nvSpPr>
          <p:cNvPr id="1443" name="Google Shape;1443;p82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4" name="Google Shape;1444;p82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3</a:t>
            </a:r>
            <a:endParaRPr sz="1500"/>
          </a:p>
        </p:txBody>
      </p:sp>
      <p:sp>
        <p:nvSpPr>
          <p:cNvPr id="1445" name="Google Shape;1445;p82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6" name="Google Shape;1446;p82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7" name="Google Shape;1447;p82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48" name="Google Shape;1448;p82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4</a:t>
            </a:r>
            <a:endParaRPr sz="1500"/>
          </a:p>
        </p:txBody>
      </p:sp>
      <p:sp>
        <p:nvSpPr>
          <p:cNvPr id="1449" name="Google Shape;1449;p82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lt2"/>
                </a:solidFill>
              </a:rPr>
              <a:t>Topic for live discussion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0" name="Google Shape;1450;p82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2"/>
                </a:solidFill>
              </a:rPr>
              <a:t>Summarize the topic. Refer to what was discussed during the presentation. Then prompt your audience with questions.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51" name="Google Shape;1451;p82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52" name="Google Shape;1452;p82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53" name="Google Shape;1453;p82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54" name="Google Shape;1454;p82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chemeClr val="lt2"/>
                </a:solidFill>
              </a:rPr>
              <a:t>Let’s discuss these 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9" name="Google Shape;1459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0" name="Google Shape;1460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1" name="Google Shape;1461;p83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1462" name="Google Shape;146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3" name="Google Shape;146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4" name="Google Shape;146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5" name="Google Shape;1465;p83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1466" name="Google Shape;1466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7" name="Google Shape;1467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8" name="Google Shape;1468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9" name="Google Shape;1469;p83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1470" name="Google Shape;1470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1" name="Google Shape;1471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2" name="Google Shape;1472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3" name="Google Shape;1473;p83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1474" name="Google Shape;1474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6" name="Google Shape;1476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7" name="Google Shape;1477;p83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1478" name="Google Shape;1478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9" name="Google Shape;1479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0" name="Google Shape;1480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81" name="Google Shape;1481;p83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1482" name="Google Shape;1482;p8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3" name="Google Shape;1483;p8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4" name="Google Shape;1484;p8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485" name="Google Shape;1485;p8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6" name="Google Shape;1486;p83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7" name="Google Shape;1487;p83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8" name="Google Shape;1488;p83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9" name="Google Shape;1489;p83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0" name="Google Shape;1490;p83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1" name="Google Shape;1491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2" name="Google Shape;1492;p8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3" name="Google Shape;1493;p83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The Widget Confernece 2026</a:t>
            </a:r>
            <a:endParaRPr/>
          </a:p>
        </p:txBody>
      </p:sp>
      <p:sp>
        <p:nvSpPr>
          <p:cNvPr id="1494" name="Google Shape;1494;p83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Q1 / Month</a:t>
            </a:r>
            <a:endParaRPr/>
          </a:p>
        </p:txBody>
      </p:sp>
      <p:sp>
        <p:nvSpPr>
          <p:cNvPr id="1495" name="Google Shape;1495;p83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496" name="Google Shape;1496;p83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1497" name="Google Shape;1497;p83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2</a:t>
            </a:r>
            <a:endParaRPr/>
          </a:p>
        </p:txBody>
      </p:sp>
      <p:sp>
        <p:nvSpPr>
          <p:cNvPr id="1498" name="Google Shape;1498;p83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3</a:t>
            </a:r>
            <a:endParaRPr/>
          </a:p>
        </p:txBody>
      </p:sp>
      <p:sp>
        <p:nvSpPr>
          <p:cNvPr id="1499" name="Google Shape;1499;p83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4</a:t>
            </a:r>
            <a:endParaRPr/>
          </a:p>
        </p:txBody>
      </p:sp>
      <p:sp>
        <p:nvSpPr>
          <p:cNvPr id="1500" name="Google Shape;1500;p83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5</a:t>
            </a:r>
            <a:endParaRPr/>
          </a:p>
        </p:txBody>
      </p:sp>
      <p:sp>
        <p:nvSpPr>
          <p:cNvPr id="1501" name="Google Shape;1501;p83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Add a meeting topic 6</a:t>
            </a:r>
            <a:endParaRPr/>
          </a:p>
        </p:txBody>
      </p:sp>
      <p:sp>
        <p:nvSpPr>
          <p:cNvPr id="1502" name="Google Shape;1502;p83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First Person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30"/>
              <a:t>Add a title for your board meeting</a:t>
            </a:r>
            <a:endParaRPr sz="5030"/>
          </a:p>
        </p:txBody>
      </p:sp>
      <p:sp>
        <p:nvSpPr>
          <p:cNvPr id="1508" name="Google Shape;1508;p8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509" name="Google Shape;1509;p8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your space for legal copy. </a:t>
            </a:r>
            <a:r>
              <a:rPr lang="en"/>
              <a:t>State whether the information</a:t>
            </a:r>
            <a:r>
              <a:rPr lang="en"/>
              <a:t> is confidential and specify who can read this deck.</a:t>
            </a:r>
            <a:endParaRPr/>
          </a:p>
        </p:txBody>
      </p:sp>
      <p:sp>
        <p:nvSpPr>
          <p:cNvPr id="1510" name="Google Shape;1510;p8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Q1/Month</a:t>
            </a:r>
            <a:endParaRPr/>
          </a:p>
        </p:txBody>
      </p:sp>
      <p:sp>
        <p:nvSpPr>
          <p:cNvPr id="1511" name="Google Shape;1511;p8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