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Inter SemiBold"/>
      <p:regular r:id="rId9"/>
      <p:bold r:id="rId10"/>
      <p:italic r:id="rId11"/>
      <p:boldItalic r:id="rId12"/>
    </p:embeddedFont>
    <p:embeddedFont>
      <p:font typeface="Inter Light"/>
      <p:regular r:id="rId13"/>
      <p:bold r:id="rId14"/>
      <p:italic r:id="rId15"/>
      <p:boldItalic r:id="rId16"/>
    </p:embeddedFont>
    <p:embeddedFont>
      <p:font typeface="Gowun Batang"/>
      <p:regular r:id="rId17"/>
      <p:bold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11" Type="http://schemas.openxmlformats.org/officeDocument/2006/relationships/font" Target="fonts/InterSemiBold-italic.fntdata"/><Relationship Id="rId10" Type="http://schemas.openxmlformats.org/officeDocument/2006/relationships/font" Target="fonts/InterSemiBold-bold.fntdata"/><Relationship Id="rId13" Type="http://schemas.openxmlformats.org/officeDocument/2006/relationships/font" Target="fonts/InterLight-regular.fntdata"/><Relationship Id="rId12" Type="http://schemas.openxmlformats.org/officeDocument/2006/relationships/font" Target="fonts/InterSemiBold-boldItalic.fntdata"/><Relationship Id="rId15" Type="http://schemas.openxmlformats.org/officeDocument/2006/relationships/font" Target="fonts/InterLight-italic.fntdata"/><Relationship Id="rId14" Type="http://schemas.openxmlformats.org/officeDocument/2006/relationships/font" Target="fonts/InterLight-bold.fntdata"/><Relationship Id="rId17" Type="http://schemas.openxmlformats.org/officeDocument/2006/relationships/font" Target="fonts/GowunBatang-regular.fntdata"/><Relationship Id="rId16" Type="http://schemas.openxmlformats.org/officeDocument/2006/relationships/font" Target="fonts/InterLight-boldItalic.fntdata"/><Relationship Id="rId19" Type="http://schemas.openxmlformats.org/officeDocument/2006/relationships/font" Target="fonts/Inter-regular.fntdata"/><Relationship Id="rId18" Type="http://schemas.openxmlformats.org/officeDocument/2006/relationships/font" Target="fonts/GowunBatang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3e5585f20df_0_1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3e5585f20df_0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3e5585f20df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3e5585f20df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e5585f20df_0_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3e5585f20df_0_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1" type="blank">
  <p:cSld name="BLANK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" name="Google Shape;17;p2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3">
    <p:bg>
      <p:bgPr>
        <a:solidFill>
          <a:schemeClr val="l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28" name="Google Shape;28;p3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29" name="Google Shape;29;p3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0" name="Google Shape;30;p3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1" name="Google Shape;31;p3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2" name="Google Shape;32;p3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ummary">
  <p:cSld name="BLANK_1_1_1_1_1_1_1_2_1"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1040950" y="1667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1041000" y="2309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6" name="Google Shape;36;p4"/>
          <p:cNvSpPr txBox="1"/>
          <p:nvPr>
            <p:ph idx="2" type="title"/>
          </p:nvPr>
        </p:nvSpPr>
        <p:spPr>
          <a:xfrm>
            <a:off x="3065850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body"/>
          </p:nvPr>
        </p:nvSpPr>
        <p:spPr>
          <a:xfrm>
            <a:off x="3065900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" name="Google Shape;38;p4"/>
          <p:cNvSpPr txBox="1"/>
          <p:nvPr>
            <p:ph idx="4" type="title"/>
          </p:nvPr>
        </p:nvSpPr>
        <p:spPr>
          <a:xfrm>
            <a:off x="5090675" y="1667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body"/>
          </p:nvPr>
        </p:nvSpPr>
        <p:spPr>
          <a:xfrm>
            <a:off x="5090725" y="2309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0" name="Google Shape;40;p4"/>
          <p:cNvSpPr txBox="1"/>
          <p:nvPr>
            <p:ph idx="6" type="title"/>
          </p:nvPr>
        </p:nvSpPr>
        <p:spPr>
          <a:xfrm>
            <a:off x="7118725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7" type="body"/>
          </p:nvPr>
        </p:nvSpPr>
        <p:spPr>
          <a:xfrm>
            <a:off x="7118775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2" name="Google Shape;42;p4"/>
          <p:cNvSpPr txBox="1"/>
          <p:nvPr>
            <p:ph idx="8" type="title"/>
          </p:nvPr>
        </p:nvSpPr>
        <p:spPr>
          <a:xfrm>
            <a:off x="1040950" y="3584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9" type="body"/>
          </p:nvPr>
        </p:nvSpPr>
        <p:spPr>
          <a:xfrm>
            <a:off x="1041000" y="4226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13" type="title"/>
          </p:nvPr>
        </p:nvSpPr>
        <p:spPr>
          <a:xfrm>
            <a:off x="3065850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4" type="body"/>
          </p:nvPr>
        </p:nvSpPr>
        <p:spPr>
          <a:xfrm>
            <a:off x="3065900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6" name="Google Shape;46;p4"/>
          <p:cNvSpPr txBox="1"/>
          <p:nvPr>
            <p:ph idx="15" type="title"/>
          </p:nvPr>
        </p:nvSpPr>
        <p:spPr>
          <a:xfrm>
            <a:off x="5090675" y="3584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6" type="body"/>
          </p:nvPr>
        </p:nvSpPr>
        <p:spPr>
          <a:xfrm>
            <a:off x="5090725" y="4226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8" name="Google Shape;48;p4"/>
          <p:cNvSpPr txBox="1"/>
          <p:nvPr>
            <p:ph idx="17" type="title"/>
          </p:nvPr>
        </p:nvSpPr>
        <p:spPr>
          <a:xfrm>
            <a:off x="7118725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18" type="body"/>
          </p:nvPr>
        </p:nvSpPr>
        <p:spPr>
          <a:xfrm>
            <a:off x="7118775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0" name="Google Shape;50;p4"/>
          <p:cNvSpPr txBox="1"/>
          <p:nvPr>
            <p:ph idx="1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1" name="Google Shape;51;p4"/>
          <p:cNvSpPr txBox="1"/>
          <p:nvPr>
            <p:ph idx="20"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4"/>
          <p:cNvSpPr txBox="1"/>
          <p:nvPr>
            <p:ph idx="21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3" name="Google Shape;53;p4"/>
          <p:cNvSpPr txBox="1"/>
          <p:nvPr>
            <p:ph idx="2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4" name="Google Shape;54;p4"/>
          <p:cNvSpPr txBox="1"/>
          <p:nvPr>
            <p:ph idx="23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7" name="Google Shape;67;p5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8" name="Google Shape;68;p5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1">
  <p:cSld name="BLANK_1_4"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idx="1" type="subTitle"/>
          </p:nvPr>
        </p:nvSpPr>
        <p:spPr>
          <a:xfrm>
            <a:off x="7876950" y="4432750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2" type="subTitle"/>
          </p:nvPr>
        </p:nvSpPr>
        <p:spPr>
          <a:xfrm>
            <a:off x="66165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3" type="subTitle"/>
          </p:nvPr>
        </p:nvSpPr>
        <p:spPr>
          <a:xfrm>
            <a:off x="53574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4" type="subTitle"/>
          </p:nvPr>
        </p:nvSpPr>
        <p:spPr>
          <a:xfrm>
            <a:off x="4097348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5" type="subTitle"/>
          </p:nvPr>
        </p:nvSpPr>
        <p:spPr>
          <a:xfrm>
            <a:off x="2829250" y="4432750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6" type="subTitle"/>
          </p:nvPr>
        </p:nvSpPr>
        <p:spPr>
          <a:xfrm>
            <a:off x="7876950" y="2287525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6" name="Google Shape;76;p6"/>
          <p:cNvSpPr txBox="1"/>
          <p:nvPr>
            <p:ph idx="7" type="subTitle"/>
          </p:nvPr>
        </p:nvSpPr>
        <p:spPr>
          <a:xfrm>
            <a:off x="66165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8" type="subTitle"/>
          </p:nvPr>
        </p:nvSpPr>
        <p:spPr>
          <a:xfrm>
            <a:off x="53574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9" type="subTitle"/>
          </p:nvPr>
        </p:nvSpPr>
        <p:spPr>
          <a:xfrm>
            <a:off x="4097348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1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" name="Google Shape;81;p6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2" name="Google Shape;82;p6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" name="Google Shape;83;p6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84" name="Google Shape;84;p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18" type="subTitle"/>
          </p:nvPr>
        </p:nvSpPr>
        <p:spPr>
          <a:xfrm>
            <a:off x="2829250" y="2287525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8" name="Google Shape;88;p6"/>
          <p:cNvSpPr/>
          <p:nvPr>
            <p:ph idx="19" type="pic"/>
          </p:nvPr>
        </p:nvSpPr>
        <p:spPr>
          <a:xfrm>
            <a:off x="2833325" y="844900"/>
            <a:ext cx="1259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6"/>
          <p:cNvSpPr/>
          <p:nvPr>
            <p:ph idx="20" type="pic"/>
          </p:nvPr>
        </p:nvSpPr>
        <p:spPr>
          <a:xfrm>
            <a:off x="41020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6"/>
          <p:cNvSpPr/>
          <p:nvPr>
            <p:ph idx="21" type="pic"/>
          </p:nvPr>
        </p:nvSpPr>
        <p:spPr>
          <a:xfrm>
            <a:off x="536210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6"/>
          <p:cNvSpPr/>
          <p:nvPr>
            <p:ph idx="22" type="pic"/>
          </p:nvPr>
        </p:nvSpPr>
        <p:spPr>
          <a:xfrm>
            <a:off x="66221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6"/>
          <p:cNvSpPr/>
          <p:nvPr>
            <p:ph idx="23" type="pic"/>
          </p:nvPr>
        </p:nvSpPr>
        <p:spPr>
          <a:xfrm>
            <a:off x="7881550" y="844900"/>
            <a:ext cx="12624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6"/>
          <p:cNvSpPr/>
          <p:nvPr>
            <p:ph idx="24" type="pic"/>
          </p:nvPr>
        </p:nvSpPr>
        <p:spPr>
          <a:xfrm>
            <a:off x="2833325" y="2991250"/>
            <a:ext cx="1259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6"/>
          <p:cNvSpPr/>
          <p:nvPr>
            <p:ph idx="25" type="pic"/>
          </p:nvPr>
        </p:nvSpPr>
        <p:spPr>
          <a:xfrm>
            <a:off x="41020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6"/>
          <p:cNvSpPr/>
          <p:nvPr>
            <p:ph idx="26" type="pic"/>
          </p:nvPr>
        </p:nvSpPr>
        <p:spPr>
          <a:xfrm>
            <a:off x="536210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6"/>
          <p:cNvSpPr/>
          <p:nvPr>
            <p:ph idx="27" type="pic"/>
          </p:nvPr>
        </p:nvSpPr>
        <p:spPr>
          <a:xfrm>
            <a:off x="66221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6"/>
          <p:cNvSpPr/>
          <p:nvPr>
            <p:ph idx="28" type="pic"/>
          </p:nvPr>
        </p:nvSpPr>
        <p:spPr>
          <a:xfrm>
            <a:off x="7881550" y="2991250"/>
            <a:ext cx="1262400" cy="144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Milestones">
  <p:cSld name="BLANK_1_2_1"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idx="1" type="body"/>
          </p:nvPr>
        </p:nvSpPr>
        <p:spPr>
          <a:xfrm>
            <a:off x="6777000" y="1805138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7"/>
          <p:cNvSpPr txBox="1"/>
          <p:nvPr>
            <p:ph idx="2" type="body"/>
          </p:nvPr>
        </p:nvSpPr>
        <p:spPr>
          <a:xfrm>
            <a:off x="4684800" y="1755750"/>
            <a:ext cx="2086500" cy="1212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" name="Google Shape;101;p7"/>
          <p:cNvSpPr txBox="1"/>
          <p:nvPr>
            <p:ph idx="3" type="body"/>
          </p:nvPr>
        </p:nvSpPr>
        <p:spPr>
          <a:xfrm>
            <a:off x="4684800" y="3390775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4" type="subTitle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5" type="subTitle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6" type="body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7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6" name="Google Shape;106;p7"/>
          <p:cNvSpPr txBox="1"/>
          <p:nvPr>
            <p:ph idx="8" type="subTitle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7" name="Google Shape;107;p7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8" name="Google Shape;108;p7"/>
          <p:cNvSpPr txBox="1"/>
          <p:nvPr>
            <p:ph idx="13" type="subTitle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9" name="Google Shape;109;p7"/>
          <p:cNvSpPr txBox="1"/>
          <p:nvPr>
            <p:ph idx="14" type="body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idx="15" type="subTitle"/>
          </p:nvPr>
        </p:nvSpPr>
        <p:spPr>
          <a:xfrm>
            <a:off x="2599579" y="1576950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1" name="Google Shape;111;p7"/>
          <p:cNvSpPr txBox="1"/>
          <p:nvPr>
            <p:ph idx="16" type="subTitle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2" name="Google Shape;112;p7"/>
          <p:cNvSpPr txBox="1"/>
          <p:nvPr>
            <p:ph idx="17" type="body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" name="Google Shape;113;p7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7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7" name="Google Shape;117;p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7"/>
          <p:cNvSpPr txBox="1"/>
          <p:nvPr>
            <p:ph idx="21" type="title"/>
          </p:nvPr>
        </p:nvSpPr>
        <p:spPr>
          <a:xfrm>
            <a:off x="518575" y="3955025"/>
            <a:ext cx="20793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0" name="Google Shape;120;p7"/>
          <p:cNvSpPr txBox="1"/>
          <p:nvPr>
            <p:ph idx="22" type="title"/>
          </p:nvPr>
        </p:nvSpPr>
        <p:spPr>
          <a:xfrm>
            <a:off x="2596700" y="3955025"/>
            <a:ext cx="20865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1" name="Google Shape;121;p7"/>
          <p:cNvSpPr txBox="1"/>
          <p:nvPr>
            <p:ph idx="23" type="subTitle"/>
          </p:nvPr>
        </p:nvSpPr>
        <p:spPr>
          <a:xfrm>
            <a:off x="4684800" y="1002050"/>
            <a:ext cx="2086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2" name="Google Shape;122;p7"/>
          <p:cNvSpPr txBox="1"/>
          <p:nvPr>
            <p:ph idx="24" type="subTitle"/>
          </p:nvPr>
        </p:nvSpPr>
        <p:spPr>
          <a:xfrm>
            <a:off x="4684871" y="1186850"/>
            <a:ext cx="2086500" cy="4803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25" type="subTitle"/>
          </p:nvPr>
        </p:nvSpPr>
        <p:spPr>
          <a:xfrm>
            <a:off x="4684875" y="3088650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4" name="Google Shape;124;p7"/>
          <p:cNvSpPr txBox="1"/>
          <p:nvPr>
            <p:ph idx="26" type="subTitle"/>
          </p:nvPr>
        </p:nvSpPr>
        <p:spPr>
          <a:xfrm>
            <a:off x="4684875" y="4079075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5" name="Google Shape;125;p7"/>
          <p:cNvSpPr txBox="1"/>
          <p:nvPr>
            <p:ph idx="27" type="body"/>
          </p:nvPr>
        </p:nvSpPr>
        <p:spPr>
          <a:xfrm>
            <a:off x="4684800" y="4385550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Y Revenew Growth - ALT 1">
  <p:cSld name="BLANK_1_1_1_1_1_1_1_1_2_1_1">
    <p:bg>
      <p:bgPr>
        <a:solidFill>
          <a:schemeClr val="lt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28" name="Google Shape;128;p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" name="Google Shape;129;p8"/>
          <p:cNvSpPr/>
          <p:nvPr/>
        </p:nvSpPr>
        <p:spPr>
          <a:xfrm>
            <a:off x="802750" y="1006925"/>
            <a:ext cx="1974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077650" y="1006925"/>
            <a:ext cx="197400" cy="1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31" name="Google Shape;131;p8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32" name="Google Shape;132;p8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3" name="Google Shape;133;p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" name="Google Shape;134;p8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" name="Google Shape;135;p8"/>
          <p:cNvSpPr txBox="1"/>
          <p:nvPr>
            <p:ph idx="5"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6" name="Google Shape;136;p8"/>
          <p:cNvSpPr txBox="1"/>
          <p:nvPr>
            <p:ph idx="6" type="subTitle"/>
          </p:nvPr>
        </p:nvSpPr>
        <p:spPr>
          <a:xfrm>
            <a:off x="10001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8"/>
          <p:cNvSpPr txBox="1"/>
          <p:nvPr>
            <p:ph idx="7" type="subTitle"/>
          </p:nvPr>
        </p:nvSpPr>
        <p:spPr>
          <a:xfrm>
            <a:off x="22750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8" name="Google Shape;138;p8"/>
          <p:cNvSpPr txBox="1"/>
          <p:nvPr>
            <p:ph idx="8" type="title"/>
          </p:nvPr>
        </p:nvSpPr>
        <p:spPr>
          <a:xfrm>
            <a:off x="772850" y="14820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9" name="Google Shape;139;p8"/>
          <p:cNvSpPr txBox="1"/>
          <p:nvPr>
            <p:ph idx="9" type="title"/>
          </p:nvPr>
        </p:nvSpPr>
        <p:spPr>
          <a:xfrm>
            <a:off x="772850" y="20587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0" name="Google Shape;140;p8"/>
          <p:cNvSpPr txBox="1"/>
          <p:nvPr>
            <p:ph idx="13" type="title"/>
          </p:nvPr>
        </p:nvSpPr>
        <p:spPr>
          <a:xfrm>
            <a:off x="772850" y="26353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1" name="Google Shape;141;p8"/>
          <p:cNvSpPr txBox="1"/>
          <p:nvPr>
            <p:ph idx="14" type="title"/>
          </p:nvPr>
        </p:nvSpPr>
        <p:spPr>
          <a:xfrm>
            <a:off x="772850" y="32120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2" name="Google Shape;142;p8"/>
          <p:cNvSpPr txBox="1"/>
          <p:nvPr>
            <p:ph idx="15" type="title"/>
          </p:nvPr>
        </p:nvSpPr>
        <p:spPr>
          <a:xfrm>
            <a:off x="772850" y="37886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3" name="Google Shape;143;p8"/>
          <p:cNvSpPr txBox="1"/>
          <p:nvPr>
            <p:ph idx="16" type="title"/>
          </p:nvPr>
        </p:nvSpPr>
        <p:spPr>
          <a:xfrm>
            <a:off x="772850" y="43653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4" name="Google Shape;144;p8"/>
          <p:cNvSpPr txBox="1"/>
          <p:nvPr>
            <p:ph idx="17" type="subTitle"/>
          </p:nvPr>
        </p:nvSpPr>
        <p:spPr>
          <a:xfrm>
            <a:off x="12524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45" name="Google Shape;145;p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8"/>
          <p:cNvSpPr txBox="1"/>
          <p:nvPr>
            <p:ph idx="18" type="subTitle"/>
          </p:nvPr>
        </p:nvSpPr>
        <p:spPr>
          <a:xfrm>
            <a:off x="19273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7" name="Google Shape;147;p8"/>
          <p:cNvSpPr txBox="1"/>
          <p:nvPr>
            <p:ph idx="19" type="subTitle"/>
          </p:nvPr>
        </p:nvSpPr>
        <p:spPr>
          <a:xfrm>
            <a:off x="26022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8" name="Google Shape;148;p8"/>
          <p:cNvSpPr txBox="1"/>
          <p:nvPr>
            <p:ph idx="20" type="subTitle"/>
          </p:nvPr>
        </p:nvSpPr>
        <p:spPr>
          <a:xfrm>
            <a:off x="329706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9" name="Google Shape;149;p8"/>
          <p:cNvSpPr txBox="1"/>
          <p:nvPr>
            <p:ph idx="21" type="subTitle"/>
          </p:nvPr>
        </p:nvSpPr>
        <p:spPr>
          <a:xfrm>
            <a:off x="400183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0" name="Google Shape;150;p8"/>
          <p:cNvSpPr txBox="1"/>
          <p:nvPr>
            <p:ph idx="22" type="subTitle"/>
          </p:nvPr>
        </p:nvSpPr>
        <p:spPr>
          <a:xfrm>
            <a:off x="4711450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1" name="Google Shape;151;p8"/>
          <p:cNvSpPr txBox="1"/>
          <p:nvPr>
            <p:ph idx="23" type="subTitle"/>
          </p:nvPr>
        </p:nvSpPr>
        <p:spPr>
          <a:xfrm>
            <a:off x="542111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2" name="Google Shape;152;p8"/>
          <p:cNvSpPr txBox="1"/>
          <p:nvPr>
            <p:ph idx="24" type="subTitle"/>
          </p:nvPr>
        </p:nvSpPr>
        <p:spPr>
          <a:xfrm>
            <a:off x="613078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BLANK_1_1_1_1_1_1_1_3_1">
    <p:bg>
      <p:bgPr>
        <a:solidFill>
          <a:schemeClr val="lt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5810300" y="1307625"/>
            <a:ext cx="2812500" cy="2065800"/>
          </a:xfrm>
          <a:prstGeom prst="rect">
            <a:avLst/>
          </a:prstGeom>
        </p:spPr>
        <p:txBody>
          <a:bodyPr anchorCtr="0" anchor="t" bIns="182875" lIns="182875" spcFirstLastPara="1" rIns="182875" wrap="square" tIns="2743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5" name="Google Shape;155;p9"/>
          <p:cNvSpPr txBox="1"/>
          <p:nvPr>
            <p:ph type="title"/>
          </p:nvPr>
        </p:nvSpPr>
        <p:spPr>
          <a:xfrm>
            <a:off x="520900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56" name="Google Shape;156;p9"/>
          <p:cNvSpPr txBox="1"/>
          <p:nvPr>
            <p:ph idx="2" type="title"/>
          </p:nvPr>
        </p:nvSpPr>
        <p:spPr>
          <a:xfrm>
            <a:off x="520900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7" name="Google Shape;157;p9"/>
          <p:cNvSpPr txBox="1"/>
          <p:nvPr>
            <p:ph idx="3" type="subTitle"/>
          </p:nvPr>
        </p:nvSpPr>
        <p:spPr>
          <a:xfrm>
            <a:off x="520900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8" name="Google Shape;158;p9"/>
          <p:cNvSpPr txBox="1"/>
          <p:nvPr>
            <p:ph idx="4" type="title"/>
          </p:nvPr>
        </p:nvSpPr>
        <p:spPr>
          <a:xfrm>
            <a:off x="520900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9" name="Google Shape;159;p9"/>
          <p:cNvSpPr txBox="1"/>
          <p:nvPr>
            <p:ph idx="5" type="title"/>
          </p:nvPr>
        </p:nvSpPr>
        <p:spPr>
          <a:xfrm>
            <a:off x="3167188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60" name="Google Shape;160;p9"/>
          <p:cNvSpPr txBox="1"/>
          <p:nvPr>
            <p:ph idx="6" type="title"/>
          </p:nvPr>
        </p:nvSpPr>
        <p:spPr>
          <a:xfrm>
            <a:off x="3167188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9"/>
          <p:cNvSpPr txBox="1"/>
          <p:nvPr>
            <p:ph idx="7" type="subTitle"/>
          </p:nvPr>
        </p:nvSpPr>
        <p:spPr>
          <a:xfrm>
            <a:off x="3167188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2" name="Google Shape;162;p9"/>
          <p:cNvSpPr txBox="1"/>
          <p:nvPr>
            <p:ph idx="8" type="title"/>
          </p:nvPr>
        </p:nvSpPr>
        <p:spPr>
          <a:xfrm>
            <a:off x="3167188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3" name="Google Shape;163;p9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64" name="Google Shape;164;p9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65" name="Google Shape;165;p9"/>
          <p:cNvSpPr txBox="1"/>
          <p:nvPr>
            <p:ph idx="14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66" name="Google Shape;166;p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9"/>
          <p:cNvSpPr txBox="1"/>
          <p:nvPr>
            <p:ph idx="1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1" name="Google Shape;171;p9"/>
          <p:cNvSpPr txBox="1"/>
          <p:nvPr>
            <p:ph idx="1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72" name="Google Shape;172;p9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9"/>
          <p:cNvSpPr txBox="1"/>
          <p:nvPr>
            <p:ph idx="17" type="title"/>
          </p:nvPr>
        </p:nvSpPr>
        <p:spPr>
          <a:xfrm>
            <a:off x="520900" y="3466625"/>
            <a:ext cx="1848600" cy="2790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9"/>
          <p:cNvSpPr txBox="1"/>
          <p:nvPr>
            <p:ph idx="18" type="subTitle"/>
          </p:nvPr>
        </p:nvSpPr>
        <p:spPr>
          <a:xfrm>
            <a:off x="524135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5" name="Google Shape;175;p9"/>
          <p:cNvSpPr txBox="1"/>
          <p:nvPr>
            <p:ph idx="19" type="title"/>
          </p:nvPr>
        </p:nvSpPr>
        <p:spPr>
          <a:xfrm>
            <a:off x="520900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6" name="Google Shape;176;p9"/>
          <p:cNvSpPr txBox="1"/>
          <p:nvPr>
            <p:ph idx="20" type="subTitle"/>
          </p:nvPr>
        </p:nvSpPr>
        <p:spPr>
          <a:xfrm>
            <a:off x="2374473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9"/>
          <p:cNvSpPr txBox="1"/>
          <p:nvPr>
            <p:ph idx="21" type="title"/>
          </p:nvPr>
        </p:nvSpPr>
        <p:spPr>
          <a:xfrm>
            <a:off x="2371238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9"/>
          <p:cNvSpPr txBox="1"/>
          <p:nvPr>
            <p:ph idx="22" type="subTitle"/>
          </p:nvPr>
        </p:nvSpPr>
        <p:spPr>
          <a:xfrm>
            <a:off x="4225138" y="4213928"/>
            <a:ext cx="1764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9" name="Google Shape;179;p9"/>
          <p:cNvSpPr txBox="1"/>
          <p:nvPr>
            <p:ph idx="23" type="title"/>
          </p:nvPr>
        </p:nvSpPr>
        <p:spPr>
          <a:xfrm>
            <a:off x="4222050" y="3745650"/>
            <a:ext cx="1764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0" name="Google Shape;180;p9"/>
          <p:cNvSpPr txBox="1"/>
          <p:nvPr>
            <p:ph idx="24" type="subTitle"/>
          </p:nvPr>
        </p:nvSpPr>
        <p:spPr>
          <a:xfrm>
            <a:off x="6772301" y="4214250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81" name="Google Shape;181;p9"/>
          <p:cNvSpPr txBox="1"/>
          <p:nvPr>
            <p:ph idx="25" type="title"/>
          </p:nvPr>
        </p:nvSpPr>
        <p:spPr>
          <a:xfrm>
            <a:off x="6772300" y="3745650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owun Batang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rational Performance">
  <p:cSld name="BLANK_1_5_1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type="title"/>
          </p:nvPr>
        </p:nvSpPr>
        <p:spPr>
          <a:xfrm>
            <a:off x="4675375" y="337597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4" name="Google Shape;184;p10"/>
          <p:cNvSpPr txBox="1"/>
          <p:nvPr>
            <p:ph idx="2" type="title"/>
          </p:nvPr>
        </p:nvSpPr>
        <p:spPr>
          <a:xfrm>
            <a:off x="34292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5" name="Google Shape;185;p10"/>
          <p:cNvSpPr txBox="1"/>
          <p:nvPr>
            <p:ph idx="3" type="title"/>
          </p:nvPr>
        </p:nvSpPr>
        <p:spPr>
          <a:xfrm>
            <a:off x="4675375" y="1475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6" name="Google Shape;186;p10"/>
          <p:cNvSpPr txBox="1"/>
          <p:nvPr>
            <p:ph idx="4" type="title"/>
          </p:nvPr>
        </p:nvSpPr>
        <p:spPr>
          <a:xfrm>
            <a:off x="4675375" y="2107788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7" name="Google Shape;187;p10"/>
          <p:cNvSpPr txBox="1"/>
          <p:nvPr>
            <p:ph idx="5" type="title"/>
          </p:nvPr>
        </p:nvSpPr>
        <p:spPr>
          <a:xfrm>
            <a:off x="4675375" y="2740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10"/>
          <p:cNvSpPr txBox="1"/>
          <p:nvPr>
            <p:ph idx="6" type="title"/>
          </p:nvPr>
        </p:nvSpPr>
        <p:spPr>
          <a:xfrm>
            <a:off x="4675375" y="4007325"/>
            <a:ext cx="10560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9" name="Google Shape;189;p10"/>
          <p:cNvSpPr txBox="1"/>
          <p:nvPr>
            <p:ph idx="7" type="title"/>
          </p:nvPr>
        </p:nvSpPr>
        <p:spPr>
          <a:xfrm>
            <a:off x="34292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0" name="Google Shape;190;p10"/>
          <p:cNvSpPr txBox="1"/>
          <p:nvPr>
            <p:ph idx="8" type="title"/>
          </p:nvPr>
        </p:nvSpPr>
        <p:spPr>
          <a:xfrm>
            <a:off x="34292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1" name="Google Shape;191;p10"/>
          <p:cNvSpPr txBox="1"/>
          <p:nvPr>
            <p:ph idx="9" type="title"/>
          </p:nvPr>
        </p:nvSpPr>
        <p:spPr>
          <a:xfrm>
            <a:off x="34292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2" name="Google Shape;192;p10"/>
          <p:cNvSpPr txBox="1"/>
          <p:nvPr>
            <p:ph idx="13" type="title"/>
          </p:nvPr>
        </p:nvSpPr>
        <p:spPr>
          <a:xfrm>
            <a:off x="34292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3" name="Google Shape;193;p10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4" name="Google Shape;194;p10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5" name="Google Shape;195;p10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6" name="Google Shape;196;p10"/>
          <p:cNvSpPr txBox="1"/>
          <p:nvPr>
            <p:ph idx="17" type="title"/>
          </p:nvPr>
        </p:nvSpPr>
        <p:spPr>
          <a:xfrm>
            <a:off x="21841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7" name="Google Shape;197;p10"/>
          <p:cNvSpPr txBox="1"/>
          <p:nvPr>
            <p:ph idx="18" type="title"/>
          </p:nvPr>
        </p:nvSpPr>
        <p:spPr>
          <a:xfrm>
            <a:off x="21841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8" name="Google Shape;198;p10"/>
          <p:cNvSpPr txBox="1"/>
          <p:nvPr>
            <p:ph idx="19" type="title"/>
          </p:nvPr>
        </p:nvSpPr>
        <p:spPr>
          <a:xfrm>
            <a:off x="522075" y="33755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9" name="Google Shape;199;p10"/>
          <p:cNvSpPr txBox="1"/>
          <p:nvPr>
            <p:ph idx="20" type="title"/>
          </p:nvPr>
        </p:nvSpPr>
        <p:spPr>
          <a:xfrm>
            <a:off x="21831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0" name="Google Shape;200;p10"/>
          <p:cNvSpPr txBox="1"/>
          <p:nvPr>
            <p:ph idx="21" type="title"/>
          </p:nvPr>
        </p:nvSpPr>
        <p:spPr>
          <a:xfrm>
            <a:off x="34292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1" name="Google Shape;201;p10"/>
          <p:cNvSpPr txBox="1"/>
          <p:nvPr>
            <p:ph idx="22" type="title"/>
          </p:nvPr>
        </p:nvSpPr>
        <p:spPr>
          <a:xfrm>
            <a:off x="522075" y="1474600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2" name="Google Shape;202;p10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3" name="Google Shape;203;p10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4" name="Google Shape;204;p10"/>
          <p:cNvSpPr txBox="1"/>
          <p:nvPr>
            <p:ph idx="25" type="title"/>
          </p:nvPr>
        </p:nvSpPr>
        <p:spPr>
          <a:xfrm>
            <a:off x="522075" y="4005674"/>
            <a:ext cx="1661100" cy="609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5" name="Google Shape;205;p10"/>
          <p:cNvSpPr txBox="1"/>
          <p:nvPr>
            <p:ph idx="26" type="title"/>
          </p:nvPr>
        </p:nvSpPr>
        <p:spPr>
          <a:xfrm>
            <a:off x="5731300" y="147500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10"/>
          <p:cNvSpPr txBox="1"/>
          <p:nvPr>
            <p:ph idx="27" type="title"/>
          </p:nvPr>
        </p:nvSpPr>
        <p:spPr>
          <a:xfrm>
            <a:off x="5731300" y="2107788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10"/>
          <p:cNvSpPr txBox="1"/>
          <p:nvPr>
            <p:ph idx="28" type="title"/>
          </p:nvPr>
        </p:nvSpPr>
        <p:spPr>
          <a:xfrm>
            <a:off x="5731300" y="274115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10"/>
          <p:cNvSpPr txBox="1"/>
          <p:nvPr>
            <p:ph idx="29" type="title"/>
          </p:nvPr>
        </p:nvSpPr>
        <p:spPr>
          <a:xfrm>
            <a:off x="5731300" y="4011450"/>
            <a:ext cx="2891400" cy="603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9" name="Google Shape;209;p1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0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0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2" name="Google Shape;212;p1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1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0"/>
          <p:cNvSpPr txBox="1"/>
          <p:nvPr>
            <p:ph idx="32" type="title"/>
          </p:nvPr>
        </p:nvSpPr>
        <p:spPr>
          <a:xfrm>
            <a:off x="5731300" y="3374175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5" name="Google Shape;215;p10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1">
  <p:cSld name="BLANK_1_1_1_1_1_1_1_1_1_1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type="title"/>
          </p:nvPr>
        </p:nvSpPr>
        <p:spPr>
          <a:xfrm>
            <a:off x="521250" y="841675"/>
            <a:ext cx="1923300" cy="3842100"/>
          </a:xfrm>
          <a:prstGeom prst="rect">
            <a:avLst/>
          </a:prstGeom>
        </p:spPr>
        <p:txBody>
          <a:bodyPr anchorCtr="0" anchor="t" bIns="91425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8" name="Google Shape;218;p11"/>
          <p:cNvSpPr txBox="1"/>
          <p:nvPr>
            <p:ph idx="2" type="title"/>
          </p:nvPr>
        </p:nvSpPr>
        <p:spPr>
          <a:xfrm>
            <a:off x="24451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9" name="Google Shape;219;p11"/>
          <p:cNvSpPr txBox="1"/>
          <p:nvPr>
            <p:ph idx="3" type="title"/>
          </p:nvPr>
        </p:nvSpPr>
        <p:spPr>
          <a:xfrm>
            <a:off x="467860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0" name="Google Shape;220;p11"/>
          <p:cNvSpPr txBox="1"/>
          <p:nvPr>
            <p:ph idx="4" type="title"/>
          </p:nvPr>
        </p:nvSpPr>
        <p:spPr>
          <a:xfrm>
            <a:off x="69120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1" name="Google Shape;221;p11"/>
          <p:cNvSpPr txBox="1"/>
          <p:nvPr>
            <p:ph idx="1" type="body"/>
          </p:nvPr>
        </p:nvSpPr>
        <p:spPr>
          <a:xfrm>
            <a:off x="244490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22" name="Google Shape;222;p11"/>
          <p:cNvSpPr txBox="1"/>
          <p:nvPr>
            <p:ph idx="5" type="body"/>
          </p:nvPr>
        </p:nvSpPr>
        <p:spPr>
          <a:xfrm>
            <a:off x="691325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23" name="Google Shape;223;p11"/>
          <p:cNvSpPr txBox="1"/>
          <p:nvPr>
            <p:ph idx="6" type="title"/>
          </p:nvPr>
        </p:nvSpPr>
        <p:spPr>
          <a:xfrm>
            <a:off x="75834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4" name="Google Shape;224;p11"/>
          <p:cNvSpPr txBox="1"/>
          <p:nvPr>
            <p:ph idx="7" type="subTitle"/>
          </p:nvPr>
        </p:nvSpPr>
        <p:spPr>
          <a:xfrm>
            <a:off x="69122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5" name="Google Shape;225;p11"/>
          <p:cNvSpPr txBox="1"/>
          <p:nvPr>
            <p:ph idx="8" type="subTitle"/>
          </p:nvPr>
        </p:nvSpPr>
        <p:spPr>
          <a:xfrm>
            <a:off x="69122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6" name="Google Shape;226;p11"/>
          <p:cNvSpPr txBox="1"/>
          <p:nvPr>
            <p:ph idx="9" type="subTitle"/>
          </p:nvPr>
        </p:nvSpPr>
        <p:spPr>
          <a:xfrm>
            <a:off x="69122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7" name="Google Shape;227;p11"/>
          <p:cNvSpPr txBox="1"/>
          <p:nvPr>
            <p:ph idx="13" type="title"/>
          </p:nvPr>
        </p:nvSpPr>
        <p:spPr>
          <a:xfrm>
            <a:off x="75834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8" name="Google Shape;228;p11"/>
          <p:cNvSpPr txBox="1"/>
          <p:nvPr>
            <p:ph idx="14" type="title"/>
          </p:nvPr>
        </p:nvSpPr>
        <p:spPr>
          <a:xfrm>
            <a:off x="75834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9" name="Google Shape;229;p11"/>
          <p:cNvSpPr txBox="1"/>
          <p:nvPr>
            <p:ph idx="15" type="title"/>
          </p:nvPr>
        </p:nvSpPr>
        <p:spPr>
          <a:xfrm>
            <a:off x="85350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0" name="Google Shape;230;p11"/>
          <p:cNvSpPr txBox="1"/>
          <p:nvPr>
            <p:ph idx="16" type="title"/>
          </p:nvPr>
        </p:nvSpPr>
        <p:spPr>
          <a:xfrm>
            <a:off x="85350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1" name="Google Shape;231;p11"/>
          <p:cNvSpPr txBox="1"/>
          <p:nvPr>
            <p:ph idx="17" type="title"/>
          </p:nvPr>
        </p:nvSpPr>
        <p:spPr>
          <a:xfrm>
            <a:off x="85350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2" name="Google Shape;232;p11"/>
          <p:cNvSpPr txBox="1"/>
          <p:nvPr>
            <p:ph idx="18" type="title"/>
          </p:nvPr>
        </p:nvSpPr>
        <p:spPr>
          <a:xfrm>
            <a:off x="53499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3" name="Google Shape;233;p11"/>
          <p:cNvSpPr txBox="1"/>
          <p:nvPr>
            <p:ph idx="19" type="subTitle"/>
          </p:nvPr>
        </p:nvSpPr>
        <p:spPr>
          <a:xfrm>
            <a:off x="46787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4" name="Google Shape;234;p11"/>
          <p:cNvSpPr txBox="1"/>
          <p:nvPr>
            <p:ph idx="20" type="subTitle"/>
          </p:nvPr>
        </p:nvSpPr>
        <p:spPr>
          <a:xfrm>
            <a:off x="46787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5" name="Google Shape;235;p11"/>
          <p:cNvSpPr txBox="1"/>
          <p:nvPr>
            <p:ph idx="21" type="subTitle"/>
          </p:nvPr>
        </p:nvSpPr>
        <p:spPr>
          <a:xfrm>
            <a:off x="46787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6" name="Google Shape;236;p11"/>
          <p:cNvSpPr txBox="1"/>
          <p:nvPr>
            <p:ph idx="22" type="title"/>
          </p:nvPr>
        </p:nvSpPr>
        <p:spPr>
          <a:xfrm>
            <a:off x="53499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7" name="Google Shape;237;p11"/>
          <p:cNvSpPr txBox="1"/>
          <p:nvPr>
            <p:ph idx="23" type="title"/>
          </p:nvPr>
        </p:nvSpPr>
        <p:spPr>
          <a:xfrm>
            <a:off x="53499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8" name="Google Shape;238;p11"/>
          <p:cNvSpPr txBox="1"/>
          <p:nvPr>
            <p:ph idx="24" type="title"/>
          </p:nvPr>
        </p:nvSpPr>
        <p:spPr>
          <a:xfrm>
            <a:off x="3112275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9" name="Google Shape;239;p11"/>
          <p:cNvSpPr txBox="1"/>
          <p:nvPr>
            <p:ph idx="25" type="subTitle"/>
          </p:nvPr>
        </p:nvSpPr>
        <p:spPr>
          <a:xfrm>
            <a:off x="2441100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0" name="Google Shape;240;p11"/>
          <p:cNvSpPr txBox="1"/>
          <p:nvPr>
            <p:ph idx="26" type="subTitle"/>
          </p:nvPr>
        </p:nvSpPr>
        <p:spPr>
          <a:xfrm>
            <a:off x="2441100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1" name="Google Shape;241;p11"/>
          <p:cNvSpPr txBox="1"/>
          <p:nvPr>
            <p:ph idx="27" type="subTitle"/>
          </p:nvPr>
        </p:nvSpPr>
        <p:spPr>
          <a:xfrm>
            <a:off x="2441100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2" name="Google Shape;242;p11"/>
          <p:cNvSpPr txBox="1"/>
          <p:nvPr>
            <p:ph idx="28" type="title"/>
          </p:nvPr>
        </p:nvSpPr>
        <p:spPr>
          <a:xfrm>
            <a:off x="3112275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3" name="Google Shape;243;p11"/>
          <p:cNvSpPr txBox="1"/>
          <p:nvPr/>
        </p:nvSpPr>
        <p:spPr>
          <a:xfrm>
            <a:off x="5762125" y="3346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00%</a:t>
            </a:r>
            <a:endParaRPr sz="10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4" name="Google Shape;244;p11"/>
          <p:cNvSpPr txBox="1"/>
          <p:nvPr>
            <p:ph idx="2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5" name="Google Shape;245;p11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6" name="Google Shape;246;p11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47" name="Google Shape;247;p1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1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1"/>
          <p:cNvSpPr txBox="1"/>
          <p:nvPr>
            <p:ph idx="32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50" name="Google Shape;250;p11"/>
          <p:cNvSpPr txBox="1"/>
          <p:nvPr>
            <p:ph idx="33" type="title"/>
          </p:nvPr>
        </p:nvSpPr>
        <p:spPr>
          <a:xfrm>
            <a:off x="3112275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1" name="Google Shape;251;p11"/>
          <p:cNvSpPr txBox="1"/>
          <p:nvPr>
            <p:ph idx="34" type="title"/>
          </p:nvPr>
        </p:nvSpPr>
        <p:spPr>
          <a:xfrm>
            <a:off x="4067600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2" name="Google Shape;252;p11"/>
          <p:cNvSpPr txBox="1"/>
          <p:nvPr>
            <p:ph idx="35" type="title"/>
          </p:nvPr>
        </p:nvSpPr>
        <p:spPr>
          <a:xfrm>
            <a:off x="4067600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3" name="Google Shape;253;p11"/>
          <p:cNvSpPr txBox="1"/>
          <p:nvPr>
            <p:ph idx="36" type="title"/>
          </p:nvPr>
        </p:nvSpPr>
        <p:spPr>
          <a:xfrm>
            <a:off x="4067600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4" name="Google Shape;254;p11"/>
          <p:cNvSpPr txBox="1"/>
          <p:nvPr>
            <p:ph idx="37" type="title"/>
          </p:nvPr>
        </p:nvSpPr>
        <p:spPr>
          <a:xfrm>
            <a:off x="63015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5" name="Google Shape;255;p11"/>
          <p:cNvSpPr txBox="1"/>
          <p:nvPr>
            <p:ph idx="38" type="title"/>
          </p:nvPr>
        </p:nvSpPr>
        <p:spPr>
          <a:xfrm>
            <a:off x="63015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6" name="Google Shape;256;p11"/>
          <p:cNvSpPr txBox="1"/>
          <p:nvPr>
            <p:ph idx="39" type="title"/>
          </p:nvPr>
        </p:nvSpPr>
        <p:spPr>
          <a:xfrm>
            <a:off x="63015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tatus">
  <p:cSld name="BLANK_1_1_1_1_1_1_1_2_2">
    <p:bg>
      <p:bgPr>
        <a:solidFill>
          <a:schemeClr val="dk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12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60" name="Google Shape;260;p1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2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13035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52234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2" name="Google Shape;272;p12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8" type="subTitle"/>
          </p:nvPr>
        </p:nvSpPr>
        <p:spPr>
          <a:xfrm>
            <a:off x="738300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6" name="Google Shape;276;p12"/>
          <p:cNvSpPr txBox="1"/>
          <p:nvPr>
            <p:ph idx="19" type="subTitle"/>
          </p:nvPr>
        </p:nvSpPr>
        <p:spPr>
          <a:xfrm>
            <a:off x="738300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7" name="Google Shape;277;p12"/>
          <p:cNvSpPr txBox="1"/>
          <p:nvPr>
            <p:ph idx="20" type="subTitle"/>
          </p:nvPr>
        </p:nvSpPr>
        <p:spPr>
          <a:xfrm>
            <a:off x="738300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8" name="Google Shape;278;p12"/>
          <p:cNvSpPr txBox="1"/>
          <p:nvPr>
            <p:ph idx="21" type="subTitle"/>
          </p:nvPr>
        </p:nvSpPr>
        <p:spPr>
          <a:xfrm>
            <a:off x="738300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9" name="Google Shape;279;p12"/>
          <p:cNvSpPr txBox="1"/>
          <p:nvPr>
            <p:ph idx="22" type="subTitle"/>
          </p:nvPr>
        </p:nvSpPr>
        <p:spPr>
          <a:xfrm>
            <a:off x="52234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0" name="Google Shape;280;p12"/>
          <p:cNvSpPr txBox="1"/>
          <p:nvPr>
            <p:ph idx="23" type="subTitle"/>
          </p:nvPr>
        </p:nvSpPr>
        <p:spPr>
          <a:xfrm>
            <a:off x="52234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24" type="subTitle"/>
          </p:nvPr>
        </p:nvSpPr>
        <p:spPr>
          <a:xfrm>
            <a:off x="52234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2" name="Google Shape;282;p12"/>
          <p:cNvSpPr txBox="1"/>
          <p:nvPr>
            <p:ph idx="25" type="subTitle"/>
          </p:nvPr>
        </p:nvSpPr>
        <p:spPr>
          <a:xfrm>
            <a:off x="52234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3" name="Google Shape;283;p12"/>
          <p:cNvSpPr txBox="1"/>
          <p:nvPr>
            <p:ph idx="26" type="body"/>
          </p:nvPr>
        </p:nvSpPr>
        <p:spPr>
          <a:xfrm>
            <a:off x="1285875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27" type="body"/>
          </p:nvPr>
        </p:nvSpPr>
        <p:spPr>
          <a:xfrm>
            <a:off x="5223450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21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deadline">
  <p:cSld name="BLANK_1_1_1_1_1_1_1_2">
    <p:bg>
      <p:bgPr>
        <a:solidFill>
          <a:schemeClr val="lt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87" name="Google Shape;287;p13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288" name="Google Shape;288;p1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1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3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1" name="Google Shape;291;p1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2" name="Google Shape;292;p13"/>
          <p:cNvSpPr txBox="1"/>
          <p:nvPr>
            <p:ph idx="4" type="body"/>
          </p:nvPr>
        </p:nvSpPr>
        <p:spPr>
          <a:xfrm>
            <a:off x="1285875" y="1558900"/>
            <a:ext cx="2803800" cy="2499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3" name="Google Shape;293;p13"/>
          <p:cNvSpPr txBox="1"/>
          <p:nvPr>
            <p:ph idx="5" type="subTitle"/>
          </p:nvPr>
        </p:nvSpPr>
        <p:spPr>
          <a:xfrm>
            <a:off x="5196350" y="1462025"/>
            <a:ext cx="2307600" cy="2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4" name="Google Shape;294;p13"/>
          <p:cNvSpPr txBox="1"/>
          <p:nvPr>
            <p:ph idx="6" type="subTitle"/>
          </p:nvPr>
        </p:nvSpPr>
        <p:spPr>
          <a:xfrm>
            <a:off x="5196350" y="1991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13"/>
          <p:cNvSpPr txBox="1"/>
          <p:nvPr>
            <p:ph idx="7" type="subTitle"/>
          </p:nvPr>
        </p:nvSpPr>
        <p:spPr>
          <a:xfrm>
            <a:off x="5196350" y="2700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13"/>
          <p:cNvSpPr txBox="1"/>
          <p:nvPr>
            <p:ph idx="8" type="subTitle"/>
          </p:nvPr>
        </p:nvSpPr>
        <p:spPr>
          <a:xfrm>
            <a:off x="5196350" y="352022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7" name="Google Shape;297;p13"/>
          <p:cNvSpPr txBox="1"/>
          <p:nvPr>
            <p:ph idx="9" type="subTitle"/>
          </p:nvPr>
        </p:nvSpPr>
        <p:spPr>
          <a:xfrm>
            <a:off x="5196350" y="42640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8" name="Google Shape;298;p13"/>
          <p:cNvSpPr txBox="1"/>
          <p:nvPr>
            <p:ph idx="13" type="body"/>
          </p:nvPr>
        </p:nvSpPr>
        <p:spPr>
          <a:xfrm>
            <a:off x="6165050" y="18458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9" name="Google Shape;299;p13"/>
          <p:cNvSpPr txBox="1"/>
          <p:nvPr>
            <p:ph idx="14" type="body"/>
          </p:nvPr>
        </p:nvSpPr>
        <p:spPr>
          <a:xfrm>
            <a:off x="6165050" y="26310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0" name="Google Shape;300;p13"/>
          <p:cNvSpPr txBox="1"/>
          <p:nvPr>
            <p:ph idx="15" type="body"/>
          </p:nvPr>
        </p:nvSpPr>
        <p:spPr>
          <a:xfrm>
            <a:off x="6165050" y="337487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1" name="Google Shape;301;p13"/>
          <p:cNvSpPr txBox="1"/>
          <p:nvPr>
            <p:ph idx="16" type="body"/>
          </p:nvPr>
        </p:nvSpPr>
        <p:spPr>
          <a:xfrm>
            <a:off x="6165050" y="41187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2" name="Google Shape;302;p13"/>
          <p:cNvSpPr txBox="1"/>
          <p:nvPr>
            <p:ph idx="17" type="subTitle"/>
          </p:nvPr>
        </p:nvSpPr>
        <p:spPr>
          <a:xfrm>
            <a:off x="1356350" y="4384150"/>
            <a:ext cx="2413200" cy="20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i="1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03" name="Google Shape;303;p13"/>
          <p:cNvSpPr txBox="1"/>
          <p:nvPr>
            <p:ph idx="18" type="subTitle"/>
          </p:nvPr>
        </p:nvSpPr>
        <p:spPr>
          <a:xfrm>
            <a:off x="1042428" y="338324"/>
            <a:ext cx="5186400" cy="329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">
  <p:cSld name="BLANK_1_1_1_1_1_1_1_2_3">
    <p:bg>
      <p:bgPr>
        <a:solidFill>
          <a:schemeClr val="lt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4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306" name="Google Shape;306;p1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7" name="Google Shape;307;p1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9" name="Google Shape;309;p14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10" name="Google Shape;310;p1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4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4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1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4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9" name="Google Shape;319;p15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20" name="Google Shape;320;p15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21" name="Google Shape;321;p15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22" name="Google Shape;322;p1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5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 2">
  <p:cSld name="BLANK_1_2">
    <p:bg>
      <p:bgPr>
        <a:solidFill>
          <a:schemeClr val="dk2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30" name="Google Shape;330;p1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1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">
  <p:cSld name="BLANK_1_1_1_1_1_1_1_1_2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337" name="Google Shape;337;p1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8" name="Google Shape;338;p1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9" name="Google Shape;339;p1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40" name="Google Shape;340;p1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1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17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346" name="Google Shape;346;p17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Growth">
  <p:cSld name="CUSTOM_4">
    <p:bg>
      <p:bgPr>
        <a:solidFill>
          <a:schemeClr val="lt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"/>
          <p:cNvSpPr txBox="1"/>
          <p:nvPr>
            <p:ph idx="1" type="body"/>
          </p:nvPr>
        </p:nvSpPr>
        <p:spPr>
          <a:xfrm>
            <a:off x="6270725" y="3025600"/>
            <a:ext cx="2874600" cy="14247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50" name="Google Shape;350;p18"/>
          <p:cNvSpPr txBox="1"/>
          <p:nvPr>
            <p:ph idx="2" type="body"/>
          </p:nvPr>
        </p:nvSpPr>
        <p:spPr>
          <a:xfrm>
            <a:off x="3403050" y="2668875"/>
            <a:ext cx="2868000" cy="17814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51" name="Google Shape;351;p18"/>
          <p:cNvSpPr txBox="1"/>
          <p:nvPr>
            <p:ph idx="3" type="body"/>
          </p:nvPr>
        </p:nvSpPr>
        <p:spPr>
          <a:xfrm>
            <a:off x="521250" y="3426700"/>
            <a:ext cx="2880300" cy="10236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2" name="Google Shape;352;p1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53" name="Google Shape;353;p18"/>
          <p:cNvCxnSpPr/>
          <p:nvPr/>
        </p:nvCxnSpPr>
        <p:spPr>
          <a:xfrm>
            <a:off x="3401654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18"/>
          <p:cNvCxnSpPr/>
          <p:nvPr/>
        </p:nvCxnSpPr>
        <p:spPr>
          <a:xfrm>
            <a:off x="6271043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8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6" name="Google Shape;356;p18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7" name="Google Shape;357;p18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58" name="Google Shape;358;p1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1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1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8"/>
          <p:cNvSpPr txBox="1"/>
          <p:nvPr>
            <p:ph idx="7" type="title"/>
          </p:nvPr>
        </p:nvSpPr>
        <p:spPr>
          <a:xfrm>
            <a:off x="521250" y="2093850"/>
            <a:ext cx="28785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4" name="Google Shape;364;p18"/>
          <p:cNvSpPr txBox="1"/>
          <p:nvPr>
            <p:ph idx="8" type="subTitle"/>
          </p:nvPr>
        </p:nvSpPr>
        <p:spPr>
          <a:xfrm>
            <a:off x="521250" y="2976675"/>
            <a:ext cx="28803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5" name="Google Shape;365;p18"/>
          <p:cNvSpPr txBox="1"/>
          <p:nvPr>
            <p:ph idx="9" type="title"/>
          </p:nvPr>
        </p:nvSpPr>
        <p:spPr>
          <a:xfrm>
            <a:off x="3400925" y="1336050"/>
            <a:ext cx="28680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6" name="Google Shape;366;p18"/>
          <p:cNvSpPr txBox="1"/>
          <p:nvPr>
            <p:ph idx="13" type="subTitle"/>
          </p:nvPr>
        </p:nvSpPr>
        <p:spPr>
          <a:xfrm>
            <a:off x="3400925" y="2218875"/>
            <a:ext cx="28698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7" name="Google Shape;367;p18"/>
          <p:cNvSpPr txBox="1"/>
          <p:nvPr>
            <p:ph idx="14" type="title"/>
          </p:nvPr>
        </p:nvSpPr>
        <p:spPr>
          <a:xfrm>
            <a:off x="6271375" y="1172250"/>
            <a:ext cx="2872800" cy="1281900"/>
          </a:xfrm>
          <a:prstGeom prst="rect">
            <a:avLst/>
          </a:prstGeom>
        </p:spPr>
        <p:txBody>
          <a:bodyPr anchorCtr="0" anchor="b" bIns="274300" lIns="18287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8" name="Google Shape;368;p18"/>
          <p:cNvSpPr txBox="1"/>
          <p:nvPr>
            <p:ph idx="15" type="subTitle"/>
          </p:nvPr>
        </p:nvSpPr>
        <p:spPr>
          <a:xfrm>
            <a:off x="6271375" y="2021749"/>
            <a:ext cx="2874600" cy="4329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9" name="Google Shape;369;p18"/>
          <p:cNvSpPr txBox="1"/>
          <p:nvPr>
            <p:ph idx="16" type="subTitle"/>
          </p:nvPr>
        </p:nvSpPr>
        <p:spPr>
          <a:xfrm>
            <a:off x="6271125" y="2455800"/>
            <a:ext cx="2874600" cy="3324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0" name="Google Shape;370;p18"/>
          <p:cNvSpPr txBox="1"/>
          <p:nvPr>
            <p:ph idx="17" type="subTitle"/>
          </p:nvPr>
        </p:nvSpPr>
        <p:spPr>
          <a:xfrm>
            <a:off x="6271125" y="2840775"/>
            <a:ext cx="2874600" cy="1848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371" name="Google Shape;371;p18"/>
          <p:cNvSpPr txBox="1"/>
          <p:nvPr>
            <p:ph idx="18" type="title"/>
          </p:nvPr>
        </p:nvSpPr>
        <p:spPr>
          <a:xfrm>
            <a:off x="6271375" y="4552825"/>
            <a:ext cx="28728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2" name="Google Shape;372;p18"/>
          <p:cNvSpPr txBox="1"/>
          <p:nvPr>
            <p:ph idx="19" type="title"/>
          </p:nvPr>
        </p:nvSpPr>
        <p:spPr>
          <a:xfrm>
            <a:off x="3401750" y="4552825"/>
            <a:ext cx="28680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3" name="Google Shape;373;p18"/>
          <p:cNvSpPr txBox="1"/>
          <p:nvPr>
            <p:ph idx="20" type="title"/>
          </p:nvPr>
        </p:nvSpPr>
        <p:spPr>
          <a:xfrm>
            <a:off x="521625" y="4552825"/>
            <a:ext cx="28785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riorities">
  <p:cSld name="CUSTOM_5"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>
            <p:ph idx="1" type="body"/>
          </p:nvPr>
        </p:nvSpPr>
        <p:spPr>
          <a:xfrm>
            <a:off x="1043525" y="2532675"/>
            <a:ext cx="1958400" cy="10014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376" name="Google Shape;376;p19"/>
          <p:cNvCxnSpPr/>
          <p:nvPr/>
        </p:nvCxnSpPr>
        <p:spPr>
          <a:xfrm>
            <a:off x="8622700" y="334950"/>
            <a:ext cx="0" cy="4805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9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8" name="Google Shape;378;p19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19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80" name="Google Shape;380;p1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1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1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9"/>
          <p:cNvSpPr txBox="1"/>
          <p:nvPr>
            <p:ph type="title"/>
          </p:nvPr>
        </p:nvSpPr>
        <p:spPr>
          <a:xfrm>
            <a:off x="3003325" y="6152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4" name="Google Shape;384;p19"/>
          <p:cNvSpPr txBox="1"/>
          <p:nvPr>
            <p:ph idx="5" type="title"/>
          </p:nvPr>
        </p:nvSpPr>
        <p:spPr>
          <a:xfrm>
            <a:off x="3003325" y="9619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6" type="title"/>
          </p:nvPr>
        </p:nvSpPr>
        <p:spPr>
          <a:xfrm>
            <a:off x="3003325" y="13108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6" name="Google Shape;386;p19"/>
          <p:cNvSpPr txBox="1"/>
          <p:nvPr>
            <p:ph idx="7" type="title"/>
          </p:nvPr>
        </p:nvSpPr>
        <p:spPr>
          <a:xfrm>
            <a:off x="3003325" y="38207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7" name="Google Shape;387;p19"/>
          <p:cNvSpPr txBox="1"/>
          <p:nvPr>
            <p:ph idx="8" type="title"/>
          </p:nvPr>
        </p:nvSpPr>
        <p:spPr>
          <a:xfrm>
            <a:off x="3003325" y="41675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8" name="Google Shape;388;p19"/>
          <p:cNvSpPr txBox="1"/>
          <p:nvPr>
            <p:ph idx="9" type="title"/>
          </p:nvPr>
        </p:nvSpPr>
        <p:spPr>
          <a:xfrm>
            <a:off x="3003325" y="45163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9" name="Google Shape;389;p19"/>
          <p:cNvSpPr txBox="1"/>
          <p:nvPr>
            <p:ph idx="13" type="title"/>
          </p:nvPr>
        </p:nvSpPr>
        <p:spPr>
          <a:xfrm>
            <a:off x="3003325" y="22262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0" name="Google Shape;390;p19"/>
          <p:cNvSpPr txBox="1"/>
          <p:nvPr>
            <p:ph idx="14" type="title"/>
          </p:nvPr>
        </p:nvSpPr>
        <p:spPr>
          <a:xfrm>
            <a:off x="3003325" y="257301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1" name="Google Shape;391;p19"/>
          <p:cNvSpPr txBox="1"/>
          <p:nvPr>
            <p:ph idx="15" type="title"/>
          </p:nvPr>
        </p:nvSpPr>
        <p:spPr>
          <a:xfrm>
            <a:off x="3003325" y="29218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2" name="Google Shape;392;p19"/>
          <p:cNvSpPr txBox="1"/>
          <p:nvPr>
            <p:ph idx="16" type="subTitle"/>
          </p:nvPr>
        </p:nvSpPr>
        <p:spPr>
          <a:xfrm>
            <a:off x="5824413" y="6130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3" name="Google Shape;393;p19"/>
          <p:cNvSpPr txBox="1"/>
          <p:nvPr>
            <p:ph idx="17" type="subTitle"/>
          </p:nvPr>
        </p:nvSpPr>
        <p:spPr>
          <a:xfrm>
            <a:off x="5824413" y="9619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4" name="Google Shape;394;p19"/>
          <p:cNvSpPr txBox="1"/>
          <p:nvPr>
            <p:ph idx="18" type="subTitle"/>
          </p:nvPr>
        </p:nvSpPr>
        <p:spPr>
          <a:xfrm>
            <a:off x="5824413" y="131077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5" name="Google Shape;395;p19"/>
          <p:cNvSpPr txBox="1"/>
          <p:nvPr>
            <p:ph idx="19" type="subTitle"/>
          </p:nvPr>
        </p:nvSpPr>
        <p:spPr>
          <a:xfrm>
            <a:off x="5824413" y="22252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6" name="Google Shape;396;p19"/>
          <p:cNvSpPr txBox="1"/>
          <p:nvPr>
            <p:ph idx="20" type="subTitle"/>
          </p:nvPr>
        </p:nvSpPr>
        <p:spPr>
          <a:xfrm>
            <a:off x="5824413" y="25741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19"/>
          <p:cNvSpPr txBox="1"/>
          <p:nvPr>
            <p:ph idx="21" type="subTitle"/>
          </p:nvPr>
        </p:nvSpPr>
        <p:spPr>
          <a:xfrm>
            <a:off x="5824413" y="2922938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19"/>
          <p:cNvSpPr txBox="1"/>
          <p:nvPr>
            <p:ph idx="22" type="subTitle"/>
          </p:nvPr>
        </p:nvSpPr>
        <p:spPr>
          <a:xfrm>
            <a:off x="5824413" y="38186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3" type="subTitle"/>
          </p:nvPr>
        </p:nvSpPr>
        <p:spPr>
          <a:xfrm>
            <a:off x="5824413" y="41675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24" type="subTitle"/>
          </p:nvPr>
        </p:nvSpPr>
        <p:spPr>
          <a:xfrm>
            <a:off x="5824413" y="45163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25" type="title"/>
          </p:nvPr>
        </p:nvSpPr>
        <p:spPr>
          <a:xfrm>
            <a:off x="1045225" y="3545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2" name="Google Shape;402;p19"/>
          <p:cNvSpPr txBox="1"/>
          <p:nvPr>
            <p:ph idx="26" type="body"/>
          </p:nvPr>
        </p:nvSpPr>
        <p:spPr>
          <a:xfrm>
            <a:off x="1043525" y="4174000"/>
            <a:ext cx="1958400" cy="9591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03" name="Google Shape;403;p19"/>
          <p:cNvSpPr txBox="1"/>
          <p:nvPr>
            <p:ph idx="27" type="title"/>
          </p:nvPr>
        </p:nvSpPr>
        <p:spPr>
          <a:xfrm>
            <a:off x="1045225" y="350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4" name="Google Shape;404;p19"/>
          <p:cNvSpPr txBox="1"/>
          <p:nvPr>
            <p:ph idx="28" type="title"/>
          </p:nvPr>
        </p:nvSpPr>
        <p:spPr>
          <a:xfrm>
            <a:off x="1045225" y="1945600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5" name="Google Shape;405;p19"/>
          <p:cNvSpPr txBox="1"/>
          <p:nvPr>
            <p:ph idx="29" type="body"/>
          </p:nvPr>
        </p:nvSpPr>
        <p:spPr>
          <a:xfrm>
            <a:off x="1043513" y="962025"/>
            <a:ext cx="1958400" cy="9729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olutions">
  <p:cSld name="CUSTOM_6">
    <p:bg>
      <p:bgPr>
        <a:solidFill>
          <a:schemeClr val="lt2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"/>
          <p:cNvSpPr txBox="1"/>
          <p:nvPr>
            <p:ph type="title"/>
          </p:nvPr>
        </p:nvSpPr>
        <p:spPr>
          <a:xfrm>
            <a:off x="5481500" y="3864550"/>
            <a:ext cx="4983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Char char="●"/>
              <a:defRPr sz="1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8" name="Google Shape;408;p20"/>
          <p:cNvSpPr txBox="1"/>
          <p:nvPr>
            <p:ph idx="2" type="title"/>
          </p:nvPr>
        </p:nvSpPr>
        <p:spPr>
          <a:xfrm>
            <a:off x="5481500" y="13091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9" name="Google Shape;409;p20"/>
          <p:cNvSpPr txBox="1"/>
          <p:nvPr>
            <p:ph idx="3" type="title"/>
          </p:nvPr>
        </p:nvSpPr>
        <p:spPr>
          <a:xfrm>
            <a:off x="5481500" y="32248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0" name="Google Shape;410;p20"/>
          <p:cNvSpPr txBox="1"/>
          <p:nvPr>
            <p:ph idx="4" type="title"/>
          </p:nvPr>
        </p:nvSpPr>
        <p:spPr>
          <a:xfrm>
            <a:off x="5481500" y="2596100"/>
            <a:ext cx="498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1" name="Google Shape;411;p20"/>
          <p:cNvSpPr txBox="1"/>
          <p:nvPr>
            <p:ph idx="5" type="title"/>
          </p:nvPr>
        </p:nvSpPr>
        <p:spPr>
          <a:xfrm>
            <a:off x="5481500" y="1949300"/>
            <a:ext cx="498300" cy="6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2" name="Google Shape;412;p20"/>
          <p:cNvSpPr txBox="1"/>
          <p:nvPr>
            <p:ph idx="6" type="title"/>
          </p:nvPr>
        </p:nvSpPr>
        <p:spPr>
          <a:xfrm>
            <a:off x="5481475" y="4504275"/>
            <a:ext cx="4983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3" name="Google Shape;413;p20"/>
          <p:cNvSpPr txBox="1"/>
          <p:nvPr>
            <p:ph idx="1" type="body"/>
          </p:nvPr>
        </p:nvSpPr>
        <p:spPr>
          <a:xfrm>
            <a:off x="2187950" y="1307550"/>
            <a:ext cx="3181200" cy="128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14" name="Google Shape;414;p20"/>
          <p:cNvSpPr txBox="1"/>
          <p:nvPr>
            <p:ph idx="7" type="body"/>
          </p:nvPr>
        </p:nvSpPr>
        <p:spPr>
          <a:xfrm>
            <a:off x="2187950" y="3864550"/>
            <a:ext cx="3181200" cy="12792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15" name="Google Shape;415;p20"/>
          <p:cNvSpPr txBox="1"/>
          <p:nvPr>
            <p:ph idx="8" type="body"/>
          </p:nvPr>
        </p:nvSpPr>
        <p:spPr>
          <a:xfrm>
            <a:off x="2187950" y="2596100"/>
            <a:ext cx="3181200" cy="1268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416" name="Google Shape;416;p20"/>
          <p:cNvCxnSpPr/>
          <p:nvPr/>
        </p:nvCxnSpPr>
        <p:spPr>
          <a:xfrm rot="10800000">
            <a:off x="520175" y="1307575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20"/>
          <p:cNvSpPr txBox="1"/>
          <p:nvPr>
            <p:ph idx="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18" name="Google Shape;418;p20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19" name="Google Shape;419;p20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420" name="Google Shape;420;p2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2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2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20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24" name="Google Shape;424;p20"/>
          <p:cNvSpPr txBox="1"/>
          <p:nvPr>
            <p:ph idx="16" type="title"/>
          </p:nvPr>
        </p:nvSpPr>
        <p:spPr>
          <a:xfrm>
            <a:off x="521275" y="1307500"/>
            <a:ext cx="1666500" cy="12885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17" type="title"/>
          </p:nvPr>
        </p:nvSpPr>
        <p:spPr>
          <a:xfrm>
            <a:off x="521275" y="2595800"/>
            <a:ext cx="1666500" cy="12687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8" type="title"/>
          </p:nvPr>
        </p:nvSpPr>
        <p:spPr>
          <a:xfrm>
            <a:off x="521275" y="3866800"/>
            <a:ext cx="1666500" cy="12768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19" type="subTitle"/>
          </p:nvPr>
        </p:nvSpPr>
        <p:spPr>
          <a:xfrm>
            <a:off x="6092100" y="1950763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8" name="Google Shape;428;p20"/>
          <p:cNvSpPr txBox="1"/>
          <p:nvPr>
            <p:ph idx="20" type="subTitle"/>
          </p:nvPr>
        </p:nvSpPr>
        <p:spPr>
          <a:xfrm>
            <a:off x="6092100" y="2595825"/>
            <a:ext cx="2942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9" name="Google Shape;429;p20"/>
          <p:cNvSpPr txBox="1"/>
          <p:nvPr>
            <p:ph idx="21" type="subTitle"/>
          </p:nvPr>
        </p:nvSpPr>
        <p:spPr>
          <a:xfrm>
            <a:off x="6092100" y="3225925"/>
            <a:ext cx="29421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0" name="Google Shape;430;p20"/>
          <p:cNvSpPr txBox="1"/>
          <p:nvPr>
            <p:ph idx="22" type="subTitle"/>
          </p:nvPr>
        </p:nvSpPr>
        <p:spPr>
          <a:xfrm>
            <a:off x="6092100" y="3863525"/>
            <a:ext cx="29421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1" name="Google Shape;431;p20"/>
          <p:cNvSpPr txBox="1"/>
          <p:nvPr>
            <p:ph idx="23" type="subTitle"/>
          </p:nvPr>
        </p:nvSpPr>
        <p:spPr>
          <a:xfrm>
            <a:off x="6092100" y="4498790"/>
            <a:ext cx="2942100" cy="6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2" name="Google Shape;432;p20"/>
          <p:cNvSpPr txBox="1"/>
          <p:nvPr>
            <p:ph idx="24" type="subTitle"/>
          </p:nvPr>
        </p:nvSpPr>
        <p:spPr>
          <a:xfrm>
            <a:off x="6092100" y="1305550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">
  <p:cSld name="CUSTOM_7">
    <p:bg>
      <p:bgPr>
        <a:solidFill>
          <a:schemeClr val="lt2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"/>
          <p:cNvSpPr txBox="1"/>
          <p:nvPr>
            <p:ph idx="1" type="body"/>
          </p:nvPr>
        </p:nvSpPr>
        <p:spPr>
          <a:xfrm>
            <a:off x="523425" y="3593825"/>
            <a:ext cx="17844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5" name="Google Shape;435;p21"/>
          <p:cNvSpPr txBox="1"/>
          <p:nvPr>
            <p:ph type="title"/>
          </p:nvPr>
        </p:nvSpPr>
        <p:spPr>
          <a:xfrm>
            <a:off x="521250" y="3244950"/>
            <a:ext cx="1786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6" name="Google Shape;436;p21"/>
          <p:cNvSpPr txBox="1"/>
          <p:nvPr>
            <p:ph idx="2" type="body"/>
          </p:nvPr>
        </p:nvSpPr>
        <p:spPr>
          <a:xfrm>
            <a:off x="2679589" y="3593825"/>
            <a:ext cx="19791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7" name="Google Shape;437;p21"/>
          <p:cNvSpPr txBox="1"/>
          <p:nvPr>
            <p:ph idx="3" type="title"/>
          </p:nvPr>
        </p:nvSpPr>
        <p:spPr>
          <a:xfrm>
            <a:off x="2677176" y="3244950"/>
            <a:ext cx="1981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8" name="Google Shape;438;p21"/>
          <p:cNvSpPr txBox="1"/>
          <p:nvPr>
            <p:ph idx="4" type="body"/>
          </p:nvPr>
        </p:nvSpPr>
        <p:spPr>
          <a:xfrm>
            <a:off x="4834747" y="3593825"/>
            <a:ext cx="17823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9" name="Google Shape;439;p21"/>
          <p:cNvSpPr txBox="1"/>
          <p:nvPr>
            <p:ph idx="5" type="title"/>
          </p:nvPr>
        </p:nvSpPr>
        <p:spPr>
          <a:xfrm>
            <a:off x="4832575" y="3244950"/>
            <a:ext cx="17844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0" name="Google Shape;440;p21"/>
          <p:cNvSpPr txBox="1"/>
          <p:nvPr>
            <p:ph idx="6" type="body"/>
          </p:nvPr>
        </p:nvSpPr>
        <p:spPr>
          <a:xfrm>
            <a:off x="6991393" y="3593825"/>
            <a:ext cx="17787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1" name="Google Shape;441;p21"/>
          <p:cNvSpPr txBox="1"/>
          <p:nvPr>
            <p:ph idx="7" type="title"/>
          </p:nvPr>
        </p:nvSpPr>
        <p:spPr>
          <a:xfrm>
            <a:off x="6989225" y="3244950"/>
            <a:ext cx="17808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2" name="Google Shape;442;p21"/>
          <p:cNvSpPr txBox="1"/>
          <p:nvPr>
            <p:ph idx="8" type="title"/>
          </p:nvPr>
        </p:nvSpPr>
        <p:spPr>
          <a:xfrm>
            <a:off x="1237363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3" name="Google Shape;443;p21"/>
          <p:cNvSpPr txBox="1"/>
          <p:nvPr>
            <p:ph idx="9" type="title"/>
          </p:nvPr>
        </p:nvSpPr>
        <p:spPr>
          <a:xfrm>
            <a:off x="160238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13" type="title"/>
          </p:nvPr>
        </p:nvSpPr>
        <p:spPr>
          <a:xfrm>
            <a:off x="591443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14" type="title"/>
          </p:nvPr>
        </p:nvSpPr>
        <p:spPr>
          <a:xfrm>
            <a:off x="5201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6" name="Google Shape;446;p21"/>
          <p:cNvSpPr txBox="1"/>
          <p:nvPr>
            <p:ph idx="15" type="title"/>
          </p:nvPr>
        </p:nvSpPr>
        <p:spPr>
          <a:xfrm>
            <a:off x="1953575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7" name="Google Shape;447;p21"/>
          <p:cNvSpPr txBox="1"/>
          <p:nvPr>
            <p:ph idx="16" type="title"/>
          </p:nvPr>
        </p:nvSpPr>
        <p:spPr>
          <a:xfrm>
            <a:off x="2677225" y="1756250"/>
            <a:ext cx="7095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8" name="Google Shape;448;p21"/>
          <p:cNvSpPr txBox="1"/>
          <p:nvPr>
            <p:ph idx="17" type="title"/>
          </p:nvPr>
        </p:nvSpPr>
        <p:spPr>
          <a:xfrm>
            <a:off x="33866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9" name="Google Shape;449;p21"/>
          <p:cNvSpPr txBox="1"/>
          <p:nvPr>
            <p:ph idx="18" type="title"/>
          </p:nvPr>
        </p:nvSpPr>
        <p:spPr>
          <a:xfrm>
            <a:off x="4833800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0" name="Google Shape;450;p21"/>
          <p:cNvSpPr txBox="1"/>
          <p:nvPr>
            <p:ph idx="19" type="title"/>
          </p:nvPr>
        </p:nvSpPr>
        <p:spPr>
          <a:xfrm>
            <a:off x="55499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1" name="Google Shape;451;p21"/>
          <p:cNvSpPr txBox="1"/>
          <p:nvPr>
            <p:ph idx="20" type="title"/>
          </p:nvPr>
        </p:nvSpPr>
        <p:spPr>
          <a:xfrm>
            <a:off x="6265650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2" name="Google Shape;452;p21"/>
          <p:cNvSpPr txBox="1"/>
          <p:nvPr>
            <p:ph idx="21" type="title"/>
          </p:nvPr>
        </p:nvSpPr>
        <p:spPr>
          <a:xfrm>
            <a:off x="6989250" y="1756250"/>
            <a:ext cx="710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3" name="Google Shape;453;p21"/>
          <p:cNvSpPr txBox="1"/>
          <p:nvPr>
            <p:ph idx="22" type="title"/>
          </p:nvPr>
        </p:nvSpPr>
        <p:spPr>
          <a:xfrm>
            <a:off x="76998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4" name="Google Shape;454;p21"/>
          <p:cNvSpPr txBox="1"/>
          <p:nvPr>
            <p:ph idx="23" type="title"/>
          </p:nvPr>
        </p:nvSpPr>
        <p:spPr>
          <a:xfrm>
            <a:off x="8416525" y="1756250"/>
            <a:ext cx="7284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5" name="Google Shape;455;p21"/>
          <p:cNvSpPr txBox="1"/>
          <p:nvPr>
            <p:ph idx="2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56" name="Google Shape;456;p21"/>
          <p:cNvSpPr txBox="1"/>
          <p:nvPr>
            <p:ph idx="25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457" name="Google Shape;457;p21"/>
          <p:cNvSpPr txBox="1"/>
          <p:nvPr>
            <p:ph idx="26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458" name="Google Shape;458;p2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2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2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21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21"/>
          <p:cNvSpPr txBox="1"/>
          <p:nvPr>
            <p:ph idx="2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63" name="Google Shape;463;p21"/>
          <p:cNvSpPr txBox="1"/>
          <p:nvPr>
            <p:ph idx="2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64" name="Google Shape;464;p21"/>
          <p:cNvSpPr txBox="1"/>
          <p:nvPr>
            <p:ph idx="29" type="title"/>
          </p:nvPr>
        </p:nvSpPr>
        <p:spPr>
          <a:xfrm>
            <a:off x="3760713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21"/>
          <p:cNvSpPr txBox="1"/>
          <p:nvPr>
            <p:ph idx="30" type="title"/>
          </p:nvPr>
        </p:nvSpPr>
        <p:spPr>
          <a:xfrm>
            <a:off x="4103475" y="1756250"/>
            <a:ext cx="7311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 - ALT 2">
  <p:cSld name="CUSTOM_7_1">
    <p:bg>
      <p:bgPr>
        <a:solidFill>
          <a:schemeClr val="lt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"/>
          <p:cNvSpPr txBox="1"/>
          <p:nvPr>
            <p:ph type="title"/>
          </p:nvPr>
        </p:nvSpPr>
        <p:spPr>
          <a:xfrm>
            <a:off x="77187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8" name="Google Shape;468;p22"/>
          <p:cNvSpPr txBox="1"/>
          <p:nvPr>
            <p:ph idx="2" type="title"/>
          </p:nvPr>
        </p:nvSpPr>
        <p:spPr>
          <a:xfrm>
            <a:off x="843315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9" name="Google Shape;469;p22"/>
          <p:cNvSpPr txBox="1"/>
          <p:nvPr>
            <p:ph idx="3" type="title"/>
          </p:nvPr>
        </p:nvSpPr>
        <p:spPr>
          <a:xfrm>
            <a:off x="4860825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0" name="Google Shape;470;p22"/>
          <p:cNvSpPr txBox="1"/>
          <p:nvPr>
            <p:ph idx="4" type="title"/>
          </p:nvPr>
        </p:nvSpPr>
        <p:spPr>
          <a:xfrm>
            <a:off x="55752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1" name="Google Shape;471;p22"/>
          <p:cNvSpPr txBox="1"/>
          <p:nvPr>
            <p:ph idx="5" type="title"/>
          </p:nvPr>
        </p:nvSpPr>
        <p:spPr>
          <a:xfrm>
            <a:off x="628968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2" name="Google Shape;472;p22"/>
          <p:cNvSpPr txBox="1"/>
          <p:nvPr>
            <p:ph idx="6" type="title"/>
          </p:nvPr>
        </p:nvSpPr>
        <p:spPr>
          <a:xfrm>
            <a:off x="700410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3" name="Google Shape;473;p22"/>
          <p:cNvSpPr txBox="1"/>
          <p:nvPr>
            <p:ph idx="7" type="title"/>
          </p:nvPr>
        </p:nvSpPr>
        <p:spPr>
          <a:xfrm>
            <a:off x="2709475" y="1307850"/>
            <a:ext cx="806700" cy="4377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74" name="Google Shape;474;p22"/>
          <p:cNvSpPr txBox="1"/>
          <p:nvPr>
            <p:ph idx="8" type="title"/>
          </p:nvPr>
        </p:nvSpPr>
        <p:spPr>
          <a:xfrm>
            <a:off x="3516175" y="1307575"/>
            <a:ext cx="1344600" cy="4380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75" name="Google Shape;475;p2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76" name="Google Shape;476;p22"/>
          <p:cNvSpPr txBox="1"/>
          <p:nvPr>
            <p:ph idx="9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7" name="Google Shape;477;p22"/>
          <p:cNvSpPr txBox="1"/>
          <p:nvPr>
            <p:ph idx="13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478" name="Google Shape;478;p2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2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2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22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82" name="Google Shape;482;p22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83" name="Google Shape;483;p22"/>
          <p:cNvSpPr/>
          <p:nvPr/>
        </p:nvSpPr>
        <p:spPr>
          <a:xfrm rot="-5400000">
            <a:off x="1615375" y="2839725"/>
            <a:ext cx="2994900" cy="806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484" name="Google Shape;484;p22"/>
          <p:cNvSpPr/>
          <p:nvPr>
            <p:ph idx="16" type="pic"/>
          </p:nvPr>
        </p:nvSpPr>
        <p:spPr>
          <a:xfrm>
            <a:off x="287425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5" name="Google Shape;485;p22"/>
          <p:cNvSpPr txBox="1"/>
          <p:nvPr>
            <p:ph idx="17" type="title"/>
          </p:nvPr>
        </p:nvSpPr>
        <p:spPr>
          <a:xfrm>
            <a:off x="521250" y="17457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18" type="title"/>
          </p:nvPr>
        </p:nvSpPr>
        <p:spPr>
          <a:xfrm>
            <a:off x="521250" y="2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19" type="title"/>
          </p:nvPr>
        </p:nvSpPr>
        <p:spPr>
          <a:xfrm>
            <a:off x="521250" y="24113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20" type="title"/>
          </p:nvPr>
        </p:nvSpPr>
        <p:spPr>
          <a:xfrm>
            <a:off x="521250" y="27441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21" type="title"/>
          </p:nvPr>
        </p:nvSpPr>
        <p:spPr>
          <a:xfrm>
            <a:off x="521250" y="3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22" type="title"/>
          </p:nvPr>
        </p:nvSpPr>
        <p:spPr>
          <a:xfrm>
            <a:off x="521250" y="34097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23" type="title"/>
          </p:nvPr>
        </p:nvSpPr>
        <p:spPr>
          <a:xfrm>
            <a:off x="521250" y="37425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24" type="title"/>
          </p:nvPr>
        </p:nvSpPr>
        <p:spPr>
          <a:xfrm>
            <a:off x="521250" y="40753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3" name="Google Shape;493;p22"/>
          <p:cNvSpPr txBox="1"/>
          <p:nvPr>
            <p:ph idx="25" type="title"/>
          </p:nvPr>
        </p:nvSpPr>
        <p:spPr>
          <a:xfrm>
            <a:off x="521250" y="44081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4" name="Google Shape;494;p22"/>
          <p:cNvSpPr/>
          <p:nvPr>
            <p:ph idx="26" type="pic"/>
          </p:nvPr>
        </p:nvSpPr>
        <p:spPr>
          <a:xfrm>
            <a:off x="314620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5" name="Google Shape;495;p22"/>
          <p:cNvSpPr/>
          <p:nvPr>
            <p:ph idx="27" type="pic"/>
          </p:nvPr>
        </p:nvSpPr>
        <p:spPr>
          <a:xfrm>
            <a:off x="287425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6" name="Google Shape;496;p22"/>
          <p:cNvSpPr/>
          <p:nvPr>
            <p:ph idx="28" type="pic"/>
          </p:nvPr>
        </p:nvSpPr>
        <p:spPr>
          <a:xfrm>
            <a:off x="314620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7" name="Google Shape;497;p22"/>
          <p:cNvSpPr/>
          <p:nvPr>
            <p:ph idx="29" type="pic"/>
          </p:nvPr>
        </p:nvSpPr>
        <p:spPr>
          <a:xfrm>
            <a:off x="2874250" y="24706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8" name="Google Shape;498;p22"/>
          <p:cNvSpPr/>
          <p:nvPr>
            <p:ph idx="30" type="pic"/>
          </p:nvPr>
        </p:nvSpPr>
        <p:spPr>
          <a:xfrm>
            <a:off x="2874250" y="27857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9" name="Google Shape;499;p22"/>
          <p:cNvSpPr/>
          <p:nvPr>
            <p:ph idx="31" type="pic"/>
          </p:nvPr>
        </p:nvSpPr>
        <p:spPr>
          <a:xfrm>
            <a:off x="287425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0" name="Google Shape;500;p22"/>
          <p:cNvSpPr/>
          <p:nvPr>
            <p:ph idx="32" type="pic"/>
          </p:nvPr>
        </p:nvSpPr>
        <p:spPr>
          <a:xfrm>
            <a:off x="314620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1" name="Google Shape;501;p22"/>
          <p:cNvSpPr/>
          <p:nvPr>
            <p:ph idx="33" type="pic"/>
          </p:nvPr>
        </p:nvSpPr>
        <p:spPr>
          <a:xfrm>
            <a:off x="2874250" y="3468663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2" name="Google Shape;502;p22"/>
          <p:cNvSpPr/>
          <p:nvPr>
            <p:ph idx="34" type="pic"/>
          </p:nvPr>
        </p:nvSpPr>
        <p:spPr>
          <a:xfrm>
            <a:off x="287425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3" name="Google Shape;503;p22"/>
          <p:cNvSpPr/>
          <p:nvPr>
            <p:ph idx="35" type="pic"/>
          </p:nvPr>
        </p:nvSpPr>
        <p:spPr>
          <a:xfrm>
            <a:off x="314620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4" name="Google Shape;504;p22"/>
          <p:cNvSpPr/>
          <p:nvPr>
            <p:ph idx="36" type="pic"/>
          </p:nvPr>
        </p:nvSpPr>
        <p:spPr>
          <a:xfrm>
            <a:off x="2874250" y="41340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5" name="Google Shape;505;p22"/>
          <p:cNvSpPr/>
          <p:nvPr>
            <p:ph idx="37" type="pic"/>
          </p:nvPr>
        </p:nvSpPr>
        <p:spPr>
          <a:xfrm>
            <a:off x="2874250" y="4471963"/>
            <a:ext cx="205200" cy="20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3">
  <p:cSld name="BLANK_1_1_1_1_1_1_1_1_1_1_1_2_1">
    <p:bg>
      <p:bgPr>
        <a:solidFill>
          <a:schemeClr val="dk2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8" name="Google Shape;508;p23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9" name="Google Shape;509;p23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10" name="Google Shape;510;p23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11" name="Google Shape;511;p23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2" name="Google Shape;512;p23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23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4" name="Google Shape;514;p23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5" name="Google Shape;515;p23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6" name="Google Shape;516;p23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7" name="Google Shape;517;p23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8" name="Google Shape;518;p23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9" name="Google Shape;519;p23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20" name="Google Shape;520;p23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1" name="Google Shape;521;p23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23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3" name="Google Shape;523;p2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3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slide">
  <p:cSld name="CUSTOM_8">
    <p:bg>
      <p:bgPr>
        <a:solidFill>
          <a:schemeClr val="lt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6" name="Google Shape;526;p24"/>
          <p:cNvCxnSpPr/>
          <p:nvPr/>
        </p:nvCxnSpPr>
        <p:spPr>
          <a:xfrm rot="10800000">
            <a:off x="1040500" y="39034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24"/>
          <p:cNvSpPr txBox="1"/>
          <p:nvPr>
            <p:ph idx="1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8" name="Google Shape;528;p24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9" name="Google Shape;529;p24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530" name="Google Shape;530;p2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2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24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2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2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24"/>
          <p:cNvSpPr txBox="1"/>
          <p:nvPr>
            <p:ph idx="4" type="body"/>
          </p:nvPr>
        </p:nvSpPr>
        <p:spPr>
          <a:xfrm>
            <a:off x="1821800" y="3903425"/>
            <a:ext cx="4167900" cy="779700"/>
          </a:xfrm>
          <a:prstGeom prst="rect">
            <a:avLst/>
          </a:prstGeom>
        </p:spPr>
        <p:txBody>
          <a:bodyPr anchorCtr="0" anchor="ctr" bIns="0" lIns="274300" spcFirstLastPara="1" rIns="18287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536" name="Google Shape;536;p24"/>
          <p:cNvCxnSpPr/>
          <p:nvPr/>
        </p:nvCxnSpPr>
        <p:spPr>
          <a:xfrm rot="10800000">
            <a:off x="1040500" y="46831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24"/>
          <p:cNvSpPr/>
          <p:nvPr>
            <p:ph idx="5" type="pic"/>
          </p:nvPr>
        </p:nvSpPr>
        <p:spPr>
          <a:xfrm>
            <a:off x="1046150" y="3907375"/>
            <a:ext cx="771600" cy="77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24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Font typeface="Gowun Batang"/>
              <a:buNone/>
              <a:defRPr sz="5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>
  <p:cSld name="BLANK_4">
    <p:bg>
      <p:bgPr>
        <a:solidFill>
          <a:schemeClr val="lt1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25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41" name="Google Shape;541;p25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25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25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25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25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25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25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8" name="Google Shape;548;p25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9" name="Google Shape;549;p25"/>
          <p:cNvSpPr txBox="1"/>
          <p:nvPr>
            <p:ph idx="1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">
    <p:bg>
      <p:bgPr>
        <a:solidFill>
          <a:schemeClr val="lt2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26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552" name="Google Shape;552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3" name="Google Shape;553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4" name="Google Shape;554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5" name="Google Shape;555;p26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556" name="Google Shape;556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7" name="Google Shape;557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8" name="Google Shape;558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9" name="Google Shape;559;p26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560" name="Google Shape;560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1" name="Google Shape;561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2" name="Google Shape;562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3" name="Google Shape;563;p26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564" name="Google Shape;564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5" name="Google Shape;565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6" name="Google Shape;566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7" name="Google Shape;567;p26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568" name="Google Shape;568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9" name="Google Shape;569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0" name="Google Shape;570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1" name="Google Shape;571;p26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572" name="Google Shape;572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3" name="Google Shape;573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4" name="Google Shape;574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575" name="Google Shape;575;p2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2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2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2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2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26"/>
          <p:cNvSpPr txBox="1"/>
          <p:nvPr>
            <p:ph type="title"/>
          </p:nvPr>
        </p:nvSpPr>
        <p:spPr>
          <a:xfrm>
            <a:off x="1042100" y="334925"/>
            <a:ext cx="75765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cxnSp>
        <p:nvCxnSpPr>
          <p:cNvPr id="581" name="Google Shape;581;p26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26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26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26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26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26"/>
          <p:cNvSpPr txBox="1"/>
          <p:nvPr>
            <p:ph idx="1" type="subTitle"/>
          </p:nvPr>
        </p:nvSpPr>
        <p:spPr>
          <a:xfrm>
            <a:off x="1042100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7" name="Google Shape;587;p26"/>
          <p:cNvSpPr txBox="1"/>
          <p:nvPr>
            <p:ph idx="2" type="subTitle"/>
          </p:nvPr>
        </p:nvSpPr>
        <p:spPr>
          <a:xfrm>
            <a:off x="1042100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8" name="Google Shape;588;p26"/>
          <p:cNvSpPr txBox="1"/>
          <p:nvPr>
            <p:ph idx="3" type="subTitle"/>
          </p:nvPr>
        </p:nvSpPr>
        <p:spPr>
          <a:xfrm>
            <a:off x="1042100" y="2052275"/>
            <a:ext cx="7581900" cy="74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9" name="Google Shape;589;p26"/>
          <p:cNvSpPr txBox="1"/>
          <p:nvPr>
            <p:ph idx="4" type="subTitle"/>
          </p:nvPr>
        </p:nvSpPr>
        <p:spPr>
          <a:xfrm>
            <a:off x="1042100" y="2801150"/>
            <a:ext cx="7581900" cy="741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90" name="Google Shape;590;p26"/>
          <p:cNvSpPr txBox="1"/>
          <p:nvPr>
            <p:ph idx="5" type="subTitle"/>
          </p:nvPr>
        </p:nvSpPr>
        <p:spPr>
          <a:xfrm>
            <a:off x="1042100" y="35424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91" name="Google Shape;591;p26"/>
          <p:cNvSpPr txBox="1"/>
          <p:nvPr>
            <p:ph idx="6" type="subTitle"/>
          </p:nvPr>
        </p:nvSpPr>
        <p:spPr>
          <a:xfrm>
            <a:off x="1042100" y="42976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_3">
    <p:bg>
      <p:bgPr>
        <a:solidFill>
          <a:schemeClr val="lt2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27"/>
          <p:cNvGrpSpPr/>
          <p:nvPr/>
        </p:nvGrpSpPr>
        <p:grpSpPr>
          <a:xfrm rot="5400000">
            <a:off x="593777" y="548798"/>
            <a:ext cx="369896" cy="333900"/>
            <a:chOff x="96076" y="654376"/>
            <a:chExt cx="369896" cy="333900"/>
          </a:xfrm>
        </p:grpSpPr>
        <p:cxnSp>
          <p:nvCxnSpPr>
            <p:cNvPr id="594" name="Google Shape;594;p2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5" name="Google Shape;595;p2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6" name="Google Shape;596;p2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97" name="Google Shape;597;p27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598" name="Google Shape;598;p2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2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2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2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2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27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  <p:cxnSp>
        <p:nvCxnSpPr>
          <p:cNvPr id="604" name="Google Shape;604;p27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bg>
      <p:bgPr>
        <a:solidFill>
          <a:schemeClr val="lt2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07" name="Google Shape;607;p2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2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2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2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2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6">
    <p:bg>
      <p:bgPr>
        <a:solidFill>
          <a:schemeClr val="lt2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14" name="Google Shape;614;p2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2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2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2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2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29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20" name="Google Shape;620;p29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21" name="Google Shape;621;p2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3">
  <p:cSld name="BLANK_3">
    <p:bg>
      <p:bgPr>
        <a:solidFill>
          <a:schemeClr val="dk2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30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624" name="Google Shape;624;p30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30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6" name="Google Shape;626;p30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30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30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30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0" name="Google Shape;630;p30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1" name="Google Shape;631;p30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2" name="Google Shape;632;p30"/>
          <p:cNvSpPr txBox="1"/>
          <p:nvPr>
            <p:ph idx="1" type="subTitle"/>
          </p:nvPr>
        </p:nvSpPr>
        <p:spPr>
          <a:xfrm>
            <a:off x="521800" y="2782875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3" name="Google Shape;633;p30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4" name="Google Shape;634;p30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5" name="Google Shape;635;p30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6">
  <p:cSld name="BLANK_2">
    <p:bg>
      <p:bgPr>
        <a:solidFill>
          <a:schemeClr val="dk2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7" name="Google Shape;637;p31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31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31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31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31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31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31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p31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5" name="Google Shape;645;p31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4">
  <p:cSld name="BLANK_2_2">
    <p:bg>
      <p:bgPr>
        <a:solidFill>
          <a:schemeClr val="dk2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2"/>
          <p:cNvSpPr txBox="1"/>
          <p:nvPr>
            <p:ph idx="1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8" name="Google Shape;648;p32"/>
          <p:cNvSpPr txBox="1"/>
          <p:nvPr>
            <p:ph idx="2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9" name="Google Shape;649;p32"/>
          <p:cNvSpPr txBox="1"/>
          <p:nvPr>
            <p:ph idx="3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50" name="Google Shape;650;p32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32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32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32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32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32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32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32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8" name="Google Shape;658;p32"/>
          <p:cNvSpPr txBox="1"/>
          <p:nvPr>
            <p:ph idx="4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5">
  <p:cSld name="BLANK_2_1">
    <p:bg>
      <p:bgPr>
        <a:solidFill>
          <a:schemeClr val="lt1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0" name="Google Shape;660;p3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3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3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3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4" name="Google Shape;664;p33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33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p33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7" name="Google Shape;667;p33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68" name="Google Shape;668;p33"/>
          <p:cNvSpPr txBox="1"/>
          <p:nvPr>
            <p:ph idx="2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33"/>
          <p:cNvSpPr txBox="1"/>
          <p:nvPr>
            <p:ph idx="3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0" name="Google Shape;670;p33"/>
          <p:cNvSpPr txBox="1"/>
          <p:nvPr>
            <p:ph idx="4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1" name="Google Shape;671;p33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">
  <p:cSld name="BLANK_1_5">
    <p:bg>
      <p:bgPr>
        <a:solidFill>
          <a:schemeClr val="lt1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4" name="Google Shape;674;p3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5" name="Google Shape;675;p3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6" name="Google Shape;676;p3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7" name="Google Shape;677;p3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8" name="Google Shape;678;p3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3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0" name="Google Shape;680;p3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1" name="Google Shape;681;p3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2">
  <p:cSld name="BLANK_1_3">
    <p:bg>
      <p:bgPr>
        <a:solidFill>
          <a:schemeClr val="lt2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5"/>
          <p:cNvSpPr txBox="1"/>
          <p:nvPr>
            <p:ph idx="1" type="body"/>
          </p:nvPr>
        </p:nvSpPr>
        <p:spPr>
          <a:xfrm>
            <a:off x="4684025" y="3361000"/>
            <a:ext cx="20901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4" name="Google Shape;684;p35"/>
          <p:cNvSpPr txBox="1"/>
          <p:nvPr>
            <p:ph idx="2" type="body"/>
          </p:nvPr>
        </p:nvSpPr>
        <p:spPr>
          <a:xfrm>
            <a:off x="6774125" y="3361250"/>
            <a:ext cx="23706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5" name="Google Shape;685;p35"/>
          <p:cNvSpPr txBox="1"/>
          <p:nvPr>
            <p:ph idx="3" type="body"/>
          </p:nvPr>
        </p:nvSpPr>
        <p:spPr>
          <a:xfrm>
            <a:off x="2597175" y="3361000"/>
            <a:ext cx="20868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6" name="Google Shape;686;p35"/>
          <p:cNvSpPr txBox="1"/>
          <p:nvPr>
            <p:ph idx="4" type="body"/>
          </p:nvPr>
        </p:nvSpPr>
        <p:spPr>
          <a:xfrm>
            <a:off x="520425" y="3361000"/>
            <a:ext cx="20775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687" name="Google Shape;687;p35"/>
          <p:cNvSpPr/>
          <p:nvPr/>
        </p:nvSpPr>
        <p:spPr>
          <a:xfrm rot="-5400000">
            <a:off x="7573550" y="1789950"/>
            <a:ext cx="771000" cy="237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8" name="Google Shape;688;p35"/>
          <p:cNvSpPr/>
          <p:nvPr/>
        </p:nvSpPr>
        <p:spPr>
          <a:xfrm rot="-5400000">
            <a:off x="5343575" y="1930200"/>
            <a:ext cx="771000" cy="20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9" name="Google Shape;689;p35"/>
          <p:cNvSpPr/>
          <p:nvPr/>
        </p:nvSpPr>
        <p:spPr>
          <a:xfrm rot="-5400000">
            <a:off x="3255125" y="1931850"/>
            <a:ext cx="771000" cy="208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0" name="Google Shape;690;p35"/>
          <p:cNvSpPr/>
          <p:nvPr/>
        </p:nvSpPr>
        <p:spPr>
          <a:xfrm rot="-5400000">
            <a:off x="1173425" y="1936950"/>
            <a:ext cx="771000" cy="20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1" name="Google Shape;691;p35"/>
          <p:cNvSpPr txBox="1"/>
          <p:nvPr>
            <p:ph idx="5" type="subTitle"/>
          </p:nvPr>
        </p:nvSpPr>
        <p:spPr>
          <a:xfrm>
            <a:off x="52042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2" name="Google Shape;692;p35"/>
          <p:cNvSpPr txBox="1"/>
          <p:nvPr>
            <p:ph idx="6" type="subTitle"/>
          </p:nvPr>
        </p:nvSpPr>
        <p:spPr>
          <a:xfrm>
            <a:off x="2597225" y="2589750"/>
            <a:ext cx="2076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3" name="Google Shape;693;p35"/>
          <p:cNvSpPr txBox="1"/>
          <p:nvPr>
            <p:ph idx="7" type="subTitle"/>
          </p:nvPr>
        </p:nvSpPr>
        <p:spPr>
          <a:xfrm>
            <a:off x="468567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4" name="Google Shape;694;p35"/>
          <p:cNvSpPr txBox="1"/>
          <p:nvPr>
            <p:ph idx="8" type="subTitle"/>
          </p:nvPr>
        </p:nvSpPr>
        <p:spPr>
          <a:xfrm>
            <a:off x="6773425" y="2589750"/>
            <a:ext cx="2370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5" name="Google Shape;695;p35"/>
          <p:cNvSpPr/>
          <p:nvPr>
            <p:ph idx="9" type="pic"/>
          </p:nvPr>
        </p:nvSpPr>
        <p:spPr>
          <a:xfrm>
            <a:off x="6773402" y="841675"/>
            <a:ext cx="23706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35"/>
          <p:cNvSpPr/>
          <p:nvPr>
            <p:ph idx="13" type="pic"/>
          </p:nvPr>
        </p:nvSpPr>
        <p:spPr>
          <a:xfrm>
            <a:off x="4685838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7" name="Google Shape;697;p35"/>
          <p:cNvSpPr/>
          <p:nvPr>
            <p:ph idx="14" type="pic"/>
          </p:nvPr>
        </p:nvSpPr>
        <p:spPr>
          <a:xfrm>
            <a:off x="2597225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35"/>
          <p:cNvSpPr/>
          <p:nvPr>
            <p:ph idx="15" type="pic"/>
          </p:nvPr>
        </p:nvSpPr>
        <p:spPr>
          <a:xfrm>
            <a:off x="520725" y="841675"/>
            <a:ext cx="2076600" cy="17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9" name="Google Shape;699;p35"/>
          <p:cNvCxnSpPr/>
          <p:nvPr/>
        </p:nvCxnSpPr>
        <p:spPr>
          <a:xfrm>
            <a:off x="2598000" y="842050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35"/>
          <p:cNvCxnSpPr/>
          <p:nvPr/>
        </p:nvCxnSpPr>
        <p:spPr>
          <a:xfrm>
            <a:off x="6773750" y="841675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35"/>
          <p:cNvCxnSpPr/>
          <p:nvPr/>
        </p:nvCxnSpPr>
        <p:spPr>
          <a:xfrm>
            <a:off x="4684713" y="842026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35"/>
          <p:cNvCxnSpPr/>
          <p:nvPr/>
        </p:nvCxnSpPr>
        <p:spPr>
          <a:xfrm rot="10800000">
            <a:off x="520800" y="33610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35"/>
          <p:cNvCxnSpPr/>
          <p:nvPr/>
        </p:nvCxnSpPr>
        <p:spPr>
          <a:xfrm rot="10800000">
            <a:off x="520800" y="25904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35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5" name="Google Shape;705;p35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6" name="Google Shape;706;p35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707" name="Google Shape;707;p3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3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3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3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2" name="Google Shape;712;p3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2">
    <p:bg>
      <p:bgPr>
        <a:solidFill>
          <a:schemeClr val="lt1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36"/>
          <p:cNvGrpSpPr/>
          <p:nvPr/>
        </p:nvGrpSpPr>
        <p:grpSpPr>
          <a:xfrm rot="5400000">
            <a:off x="593777" y="660623"/>
            <a:ext cx="369896" cy="333900"/>
            <a:chOff x="96076" y="654376"/>
            <a:chExt cx="369896" cy="333900"/>
          </a:xfrm>
        </p:grpSpPr>
        <p:cxnSp>
          <p:nvCxnSpPr>
            <p:cNvPr id="715" name="Google Shape;715;p3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6" name="Google Shape;716;p3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7" name="Google Shape;717;p3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18" name="Google Shape;718;p36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wun Batang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36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20" name="Google Shape;720;p36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1" name="Google Shape;721;p36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2" name="Google Shape;722;p36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23" name="Google Shape;723;p3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3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3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3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7" name="Google Shape;727;p3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36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LANK_1_1_1">
    <p:bg>
      <p:bgPr>
        <a:solidFill>
          <a:schemeClr val="lt2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37"/>
          <p:cNvGrpSpPr/>
          <p:nvPr/>
        </p:nvGrpSpPr>
        <p:grpSpPr>
          <a:xfrm rot="5400000">
            <a:off x="593777" y="654575"/>
            <a:ext cx="369896" cy="333900"/>
            <a:chOff x="96076" y="654376"/>
            <a:chExt cx="369896" cy="333900"/>
          </a:xfrm>
        </p:grpSpPr>
        <p:cxnSp>
          <p:nvCxnSpPr>
            <p:cNvPr id="731" name="Google Shape;731;p3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2" name="Google Shape;732;p3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3" name="Google Shape;733;p3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34" name="Google Shape;734;p37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3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6" name="Google Shape;736;p3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p3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8" name="Google Shape;738;p3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3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0" name="Google Shape;740;p37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p37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42" name="Google Shape;742;p37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43" name="Google Shape;743;p37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_2">
    <p:bg>
      <p:bgPr>
        <a:solidFill>
          <a:schemeClr val="lt2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38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46" name="Google Shape;746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7" name="Google Shape;747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8" name="Google Shape;748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49" name="Google Shape;749;p38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3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3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3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3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3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38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6" name="Google Shape;756;p38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sp>
        <p:nvSpPr>
          <p:cNvPr id="757" name="Google Shape;757;p38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58" name="Google Shape;758;p38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59" name="Google Shape;759;p3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0" name="Google Shape;760;p38"/>
          <p:cNvSpPr txBox="1"/>
          <p:nvPr>
            <p:ph idx="4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1" name="Google Shape;761;p38"/>
          <p:cNvSpPr txBox="1"/>
          <p:nvPr>
            <p:ph idx="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2" name="Google Shape;762;p38"/>
          <p:cNvSpPr txBox="1"/>
          <p:nvPr>
            <p:ph idx="6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3" name="Google Shape;763;p38"/>
          <p:cNvSpPr txBox="1"/>
          <p:nvPr>
            <p:ph idx="7" type="title"/>
          </p:nvPr>
        </p:nvSpPr>
        <p:spPr>
          <a:xfrm>
            <a:off x="501925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bg>
      <p:bgPr>
        <a:solidFill>
          <a:schemeClr val="lt2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39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66" name="Google Shape;766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7" name="Google Shape;767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8" name="Google Shape;768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9" name="Google Shape;769;p39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70" name="Google Shape;770;p3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3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3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3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4" name="Google Shape;774;p3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39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_2">
    <p:bg>
      <p:bgPr>
        <a:solidFill>
          <a:schemeClr val="lt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0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78" name="Google Shape;778;p4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9" name="Google Shape;779;p4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80" name="Google Shape;780;p4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81" name="Google Shape;781;p40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82" name="Google Shape;782;p4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4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4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4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4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40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4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89" name="Google Shape;789;p4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90" name="Google Shape;790;p4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BLANK_1_1_1_1_1">
    <p:bg>
      <p:bgPr>
        <a:solidFill>
          <a:schemeClr val="lt2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4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93" name="Google Shape;793;p4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4" name="Google Shape;794;p4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5" name="Google Shape;795;p4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96" name="Google Shape;796;p41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97" name="Google Shape;797;p4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4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4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4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p4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41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p41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ALT 1">
  <p:cSld name="BLANK_1_1_1_1_1_2">
    <p:bg>
      <p:bgPr>
        <a:solidFill>
          <a:schemeClr val="lt2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5" name="Google Shape;805;p4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06" name="Google Shape;806;p4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7" name="Google Shape;807;p4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8" name="Google Shape;808;p4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09" name="Google Shape;809;p42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10" name="Google Shape;810;p4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4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4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p4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4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42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42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17" name="Google Shape;817;p42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8" name="Google Shape;818;p42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9" name="Google Shape;819;p4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20" name="Google Shape;820;p42"/>
          <p:cNvSpPr txBox="1"/>
          <p:nvPr>
            <p:ph idx="5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lt2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2" name="Google Shape;822;p4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4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4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4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6" name="Google Shape;826;p43"/>
          <p:cNvSpPr txBox="1"/>
          <p:nvPr>
            <p:ph type="title"/>
          </p:nvPr>
        </p:nvSpPr>
        <p:spPr>
          <a:xfrm>
            <a:off x="511600" y="1703125"/>
            <a:ext cx="8111100" cy="17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BLANK_1_1_1_1_1_1_1_1_2_3">
    <p:bg>
      <p:bgPr>
        <a:solidFill>
          <a:schemeClr val="lt2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4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29" name="Google Shape;829;p4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4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44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4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44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ALT 1">
  <p:cSld name="BLANK_1_1_1_1_1_1_1_1_2_3_1">
    <p:bg>
      <p:bgPr>
        <a:solidFill>
          <a:schemeClr val="lt2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5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36" name="Google Shape;836;p4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4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p45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4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41" name="Google Shape;841;p45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42" name="Google Shape;842;p4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43" name="Google Shape;843;p45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 - Dark ALT">
  <p:cSld name="BLANK_1_1_1_1_1_1_1_1_2_2">
    <p:bg>
      <p:bgPr>
        <a:solidFill>
          <a:schemeClr val="dk2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6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46" name="Google Shape;846;p46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7" name="Google Shape;847;p4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8" name="Google Shape;848;p4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49" name="Google Shape;849;p4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46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4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46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53" name="Google Shape;853;p46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4" name="Google Shape;854;p46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855" name="Google Shape;855;p46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Dark ALT">
  <p:cSld name="BLANK_1_1_1_1_1_1_1_1_2_2_1">
    <p:bg>
      <p:bgPr>
        <a:solidFill>
          <a:schemeClr val="dk2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58" name="Google Shape;858;p4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9" name="Google Shape;859;p4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0" name="Google Shape;860;p4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61" name="Google Shape;861;p4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4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4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47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5" name="Google Shape;865;p47"/>
          <p:cNvSpPr txBox="1"/>
          <p:nvPr>
            <p:ph idx="4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">
    <p:bg>
      <p:bgPr>
        <a:solidFill>
          <a:schemeClr val="lt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4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4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4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4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48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72" name="Google Shape;872;p48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- ALT 1">
  <p:cSld name="BLANK_1_1_1_1_1_1_1_1_1_2">
    <p:bg>
      <p:bgPr>
        <a:solidFill>
          <a:schemeClr val="lt2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4" name="Google Shape;874;p4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4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4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4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49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79" name="Google Shape;879;p49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0" name="Google Shape;880;p49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1" name="Google Shape;881;p4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2" name="Google Shape;882;p49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3" name="Google Shape;883;p49"/>
          <p:cNvSpPr txBox="1"/>
          <p:nvPr>
            <p:ph idx="5" type="title"/>
          </p:nvPr>
        </p:nvSpPr>
        <p:spPr>
          <a:xfrm>
            <a:off x="5019300" y="91975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2">
  <p:cSld name="BLANK_1_1_1_1_1_1_1_1_1_1_2">
    <p:bg>
      <p:bgPr>
        <a:solidFill>
          <a:schemeClr val="lt2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0"/>
          <p:cNvSpPr/>
          <p:nvPr/>
        </p:nvSpPr>
        <p:spPr>
          <a:xfrm>
            <a:off x="3456825" y="841725"/>
            <a:ext cx="2763600" cy="430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86" name="Google Shape;886;p50"/>
          <p:cNvSpPr txBox="1"/>
          <p:nvPr>
            <p:ph idx="1" type="subTitle"/>
          </p:nvPr>
        </p:nvSpPr>
        <p:spPr>
          <a:xfrm>
            <a:off x="10353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7" name="Google Shape;887;p50"/>
          <p:cNvSpPr txBox="1"/>
          <p:nvPr>
            <p:ph idx="2" type="subTitle"/>
          </p:nvPr>
        </p:nvSpPr>
        <p:spPr>
          <a:xfrm>
            <a:off x="67257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8" name="Google Shape;888;p50"/>
          <p:cNvSpPr txBox="1"/>
          <p:nvPr>
            <p:ph idx="3" type="subTitle"/>
          </p:nvPr>
        </p:nvSpPr>
        <p:spPr>
          <a:xfrm>
            <a:off x="3887200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9" name="Google Shape;889;p50"/>
          <p:cNvSpPr txBox="1"/>
          <p:nvPr>
            <p:ph type="title"/>
          </p:nvPr>
        </p:nvSpPr>
        <p:spPr>
          <a:xfrm>
            <a:off x="25115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0" name="Google Shape;890;p50"/>
          <p:cNvSpPr txBox="1"/>
          <p:nvPr>
            <p:ph idx="4" type="title"/>
          </p:nvPr>
        </p:nvSpPr>
        <p:spPr>
          <a:xfrm>
            <a:off x="82019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1" name="Google Shape;891;p50"/>
          <p:cNvSpPr txBox="1"/>
          <p:nvPr>
            <p:ph idx="5" type="title"/>
          </p:nvPr>
        </p:nvSpPr>
        <p:spPr>
          <a:xfrm>
            <a:off x="11791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2" name="Google Shape;892;p50"/>
          <p:cNvSpPr txBox="1"/>
          <p:nvPr>
            <p:ph idx="6" type="title"/>
          </p:nvPr>
        </p:nvSpPr>
        <p:spPr>
          <a:xfrm>
            <a:off x="68695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3" name="Google Shape;893;p50"/>
          <p:cNvSpPr txBox="1"/>
          <p:nvPr>
            <p:ph idx="7" type="title"/>
          </p:nvPr>
        </p:nvSpPr>
        <p:spPr>
          <a:xfrm>
            <a:off x="490600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4" name="Google Shape;894;p50"/>
          <p:cNvSpPr txBox="1"/>
          <p:nvPr>
            <p:ph idx="8" type="title"/>
          </p:nvPr>
        </p:nvSpPr>
        <p:spPr>
          <a:xfrm>
            <a:off x="5363375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5" name="Google Shape;895;p50"/>
          <p:cNvSpPr txBox="1"/>
          <p:nvPr>
            <p:ph idx="9" type="body"/>
          </p:nvPr>
        </p:nvSpPr>
        <p:spPr>
          <a:xfrm>
            <a:off x="922250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6" name="Google Shape;896;p50"/>
          <p:cNvSpPr txBox="1"/>
          <p:nvPr>
            <p:ph idx="13" type="body"/>
          </p:nvPr>
        </p:nvSpPr>
        <p:spPr>
          <a:xfrm>
            <a:off x="6613213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7" name="Google Shape;897;p50"/>
          <p:cNvSpPr txBox="1"/>
          <p:nvPr>
            <p:ph idx="14" type="body"/>
          </p:nvPr>
        </p:nvSpPr>
        <p:spPr>
          <a:xfrm>
            <a:off x="3767726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8" name="Google Shape;898;p50"/>
          <p:cNvSpPr txBox="1"/>
          <p:nvPr>
            <p:ph idx="15" type="title"/>
          </p:nvPr>
        </p:nvSpPr>
        <p:spPr>
          <a:xfrm>
            <a:off x="922925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899" name="Google Shape;899;p50"/>
          <p:cNvCxnSpPr/>
          <p:nvPr/>
        </p:nvCxnSpPr>
        <p:spPr>
          <a:xfrm rot="10800000">
            <a:off x="13529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0" name="Google Shape;900;p50"/>
          <p:cNvSpPr/>
          <p:nvPr/>
        </p:nvSpPr>
        <p:spPr>
          <a:xfrm>
            <a:off x="13494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1" name="Google Shape;901;p50"/>
          <p:cNvCxnSpPr/>
          <p:nvPr/>
        </p:nvCxnSpPr>
        <p:spPr>
          <a:xfrm rot="10800000">
            <a:off x="10353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p50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03" name="Google Shape;903;p50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04" name="Google Shape;904;p50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05" name="Google Shape;905;p5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6" name="Google Shape;906;p5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5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5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5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50"/>
          <p:cNvSpPr txBox="1"/>
          <p:nvPr>
            <p:ph idx="19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911" name="Google Shape;911;p50"/>
          <p:cNvCxnSpPr/>
          <p:nvPr/>
        </p:nvCxnSpPr>
        <p:spPr>
          <a:xfrm rot="10800000">
            <a:off x="70433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p50"/>
          <p:cNvSpPr/>
          <p:nvPr/>
        </p:nvSpPr>
        <p:spPr>
          <a:xfrm>
            <a:off x="70398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3" name="Google Shape;913;p50"/>
          <p:cNvCxnSpPr/>
          <p:nvPr/>
        </p:nvCxnSpPr>
        <p:spPr>
          <a:xfrm rot="10800000">
            <a:off x="67257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4" name="Google Shape;914;p50"/>
          <p:cNvSpPr txBox="1"/>
          <p:nvPr>
            <p:ph idx="20" type="title"/>
          </p:nvPr>
        </p:nvSpPr>
        <p:spPr>
          <a:xfrm>
            <a:off x="6613888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15" name="Google Shape;915;p50"/>
          <p:cNvCxnSpPr/>
          <p:nvPr/>
        </p:nvCxnSpPr>
        <p:spPr>
          <a:xfrm rot="10800000">
            <a:off x="520800" y="22032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50"/>
          <p:cNvSpPr txBox="1"/>
          <p:nvPr>
            <p:ph idx="21" type="title"/>
          </p:nvPr>
        </p:nvSpPr>
        <p:spPr>
          <a:xfrm>
            <a:off x="3768413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17" name="Google Shape;917;p50"/>
          <p:cNvCxnSpPr/>
          <p:nvPr/>
        </p:nvCxnSpPr>
        <p:spPr>
          <a:xfrm rot="10800000">
            <a:off x="4204772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8" name="Google Shape;918;p50"/>
          <p:cNvSpPr/>
          <p:nvPr/>
        </p:nvSpPr>
        <p:spPr>
          <a:xfrm>
            <a:off x="5076315" y="4383492"/>
            <a:ext cx="105900" cy="11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9" name="Google Shape;919;p50"/>
          <p:cNvCxnSpPr/>
          <p:nvPr/>
        </p:nvCxnSpPr>
        <p:spPr>
          <a:xfrm rot="10800000">
            <a:off x="3887050" y="4439000"/>
            <a:ext cx="1212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50"/>
          <p:cNvCxnSpPr/>
          <p:nvPr/>
        </p:nvCxnSpPr>
        <p:spPr>
          <a:xfrm rot="10800000">
            <a:off x="527025" y="38524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3">
  <p:cSld name="CUSTOM">
    <p:bg>
      <p:bgPr>
        <a:solidFill>
          <a:schemeClr val="lt1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5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23" name="Google Shape;923;p5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4" name="Google Shape;924;p5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25" name="Google Shape;925;p5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26" name="Google Shape;926;p51"/>
          <p:cNvSpPr txBox="1"/>
          <p:nvPr>
            <p:ph type="title"/>
          </p:nvPr>
        </p:nvSpPr>
        <p:spPr>
          <a:xfrm>
            <a:off x="4322575" y="121745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27" name="Google Shape;927;p51"/>
          <p:cNvSpPr txBox="1"/>
          <p:nvPr>
            <p:ph idx="2" type="title"/>
          </p:nvPr>
        </p:nvSpPr>
        <p:spPr>
          <a:xfrm>
            <a:off x="1040875" y="1217450"/>
            <a:ext cx="3281700" cy="552000"/>
          </a:xfrm>
          <a:prstGeom prst="rect">
            <a:avLst/>
          </a:prstGeom>
        </p:spPr>
        <p:txBody>
          <a:bodyPr anchorCtr="0" anchor="b" bIns="91425" lIns="2743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8" name="Google Shape;928;p51"/>
          <p:cNvSpPr txBox="1"/>
          <p:nvPr>
            <p:ph idx="1" type="body"/>
          </p:nvPr>
        </p:nvSpPr>
        <p:spPr>
          <a:xfrm>
            <a:off x="1042100" y="1764975"/>
            <a:ext cx="32817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51"/>
          <p:cNvSpPr txBox="1"/>
          <p:nvPr>
            <p:ph idx="3" type="subTitle"/>
          </p:nvPr>
        </p:nvSpPr>
        <p:spPr>
          <a:xfrm>
            <a:off x="1040400" y="334925"/>
            <a:ext cx="75825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0" name="Google Shape;930;p51"/>
          <p:cNvSpPr txBox="1"/>
          <p:nvPr>
            <p:ph idx="4" type="title"/>
          </p:nvPr>
        </p:nvSpPr>
        <p:spPr>
          <a:xfrm flipH="1">
            <a:off x="1046175" y="670000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1" name="Google Shape;931;p51"/>
          <p:cNvSpPr/>
          <p:nvPr/>
        </p:nvSpPr>
        <p:spPr>
          <a:xfrm>
            <a:off x="4324853" y="1916138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1"/>
          <p:cNvSpPr/>
          <p:nvPr/>
        </p:nvSpPr>
        <p:spPr>
          <a:xfrm>
            <a:off x="4324853" y="2613500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3" name="Google Shape;933;p51"/>
          <p:cNvCxnSpPr/>
          <p:nvPr/>
        </p:nvCxnSpPr>
        <p:spPr>
          <a:xfrm rot="10800000">
            <a:off x="4324673" y="156706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4" name="Google Shape;934;p51"/>
          <p:cNvCxnSpPr/>
          <p:nvPr/>
        </p:nvCxnSpPr>
        <p:spPr>
          <a:xfrm rot="10800000">
            <a:off x="4324066" y="191528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5" name="Google Shape;935;p51"/>
          <p:cNvCxnSpPr/>
          <p:nvPr/>
        </p:nvCxnSpPr>
        <p:spPr>
          <a:xfrm rot="10800000">
            <a:off x="4324066" y="226444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6" name="Google Shape;936;p51"/>
          <p:cNvCxnSpPr/>
          <p:nvPr/>
        </p:nvCxnSpPr>
        <p:spPr>
          <a:xfrm rot="10800000">
            <a:off x="4324066" y="261266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7" name="Google Shape;937;p51"/>
          <p:cNvCxnSpPr/>
          <p:nvPr/>
        </p:nvCxnSpPr>
        <p:spPr>
          <a:xfrm rot="10800000">
            <a:off x="4323597" y="296182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8" name="Google Shape;938;p51"/>
          <p:cNvCxnSpPr/>
          <p:nvPr/>
        </p:nvCxnSpPr>
        <p:spPr>
          <a:xfrm rot="10800000">
            <a:off x="4324048" y="331111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9" name="Google Shape;939;p51"/>
          <p:cNvCxnSpPr/>
          <p:nvPr/>
        </p:nvCxnSpPr>
        <p:spPr>
          <a:xfrm rot="10800000">
            <a:off x="4323441" y="365933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0" name="Google Shape;940;p51"/>
          <p:cNvCxnSpPr/>
          <p:nvPr/>
        </p:nvCxnSpPr>
        <p:spPr>
          <a:xfrm rot="10800000">
            <a:off x="4323441" y="400849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1" name="Google Shape;941;p51"/>
          <p:cNvCxnSpPr/>
          <p:nvPr/>
        </p:nvCxnSpPr>
        <p:spPr>
          <a:xfrm rot="10800000">
            <a:off x="4323441" y="435671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p51"/>
          <p:cNvCxnSpPr/>
          <p:nvPr/>
        </p:nvCxnSpPr>
        <p:spPr>
          <a:xfrm rot="10800000">
            <a:off x="4322972" y="470587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3" name="Google Shape;943;p51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4" name="Google Shape;944;p51"/>
          <p:cNvSpPr txBox="1"/>
          <p:nvPr>
            <p:ph idx="6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5" name="Google Shape;945;p51"/>
          <p:cNvSpPr txBox="1"/>
          <p:nvPr>
            <p:ph idx="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46" name="Google Shape;946;p5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5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5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5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0" name="Google Shape;950;p5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51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51"/>
          <p:cNvCxnSpPr/>
          <p:nvPr/>
        </p:nvCxnSpPr>
        <p:spPr>
          <a:xfrm>
            <a:off x="4322575" y="1217450"/>
            <a:ext cx="0" cy="392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51"/>
          <p:cNvCxnSpPr/>
          <p:nvPr/>
        </p:nvCxnSpPr>
        <p:spPr>
          <a:xfrm>
            <a:off x="8622700" y="334850"/>
            <a:ext cx="0" cy="4809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4" name="Google Shape;954;p51"/>
          <p:cNvSpPr txBox="1"/>
          <p:nvPr>
            <p:ph idx="8" type="title"/>
          </p:nvPr>
        </p:nvSpPr>
        <p:spPr>
          <a:xfrm>
            <a:off x="4322575" y="156680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5" name="Google Shape;955;p51"/>
          <p:cNvSpPr txBox="1"/>
          <p:nvPr>
            <p:ph idx="9" type="title"/>
          </p:nvPr>
        </p:nvSpPr>
        <p:spPr>
          <a:xfrm>
            <a:off x="4322575" y="191562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6" name="Google Shape;956;p51"/>
          <p:cNvSpPr txBox="1"/>
          <p:nvPr>
            <p:ph idx="13" type="title"/>
          </p:nvPr>
        </p:nvSpPr>
        <p:spPr>
          <a:xfrm>
            <a:off x="4322575" y="226497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7" name="Google Shape;957;p51"/>
          <p:cNvSpPr txBox="1"/>
          <p:nvPr>
            <p:ph idx="14" type="title"/>
          </p:nvPr>
        </p:nvSpPr>
        <p:spPr>
          <a:xfrm>
            <a:off x="4322575" y="2613638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8" name="Google Shape;958;p51"/>
          <p:cNvSpPr txBox="1"/>
          <p:nvPr>
            <p:ph idx="15" type="title"/>
          </p:nvPr>
        </p:nvSpPr>
        <p:spPr>
          <a:xfrm>
            <a:off x="7084775" y="121745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59" name="Google Shape;959;p51"/>
          <p:cNvSpPr txBox="1"/>
          <p:nvPr>
            <p:ph idx="16" type="title"/>
          </p:nvPr>
        </p:nvSpPr>
        <p:spPr>
          <a:xfrm>
            <a:off x="7084775" y="156680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0" name="Google Shape;960;p51"/>
          <p:cNvSpPr txBox="1"/>
          <p:nvPr>
            <p:ph idx="17" type="title"/>
          </p:nvPr>
        </p:nvSpPr>
        <p:spPr>
          <a:xfrm>
            <a:off x="7084775" y="191562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1" name="Google Shape;961;p51"/>
          <p:cNvSpPr txBox="1"/>
          <p:nvPr>
            <p:ph idx="18" type="title"/>
          </p:nvPr>
        </p:nvSpPr>
        <p:spPr>
          <a:xfrm>
            <a:off x="7084775" y="226497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2" name="Google Shape;962;p51"/>
          <p:cNvSpPr txBox="1"/>
          <p:nvPr>
            <p:ph idx="19" type="title"/>
          </p:nvPr>
        </p:nvSpPr>
        <p:spPr>
          <a:xfrm>
            <a:off x="7084775" y="2613638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chemeClr val="lt2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5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65" name="Google Shape;965;p5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6" name="Google Shape;966;p5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7" name="Google Shape;967;p5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8" name="Google Shape;968;p52"/>
          <p:cNvSpPr txBox="1"/>
          <p:nvPr>
            <p:ph idx="1" type="body"/>
          </p:nvPr>
        </p:nvSpPr>
        <p:spPr>
          <a:xfrm>
            <a:off x="1040725" y="1217500"/>
            <a:ext cx="3578100" cy="3652500"/>
          </a:xfrm>
          <a:prstGeom prst="rect">
            <a:avLst/>
          </a:prstGeom>
        </p:spPr>
        <p:txBody>
          <a:bodyPr anchorCtr="0" anchor="t" bIns="91425" lIns="274300" spcFirstLastPara="1" rIns="365750" wrap="square" tIns="36575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69" name="Google Shape;969;p52"/>
          <p:cNvSpPr/>
          <p:nvPr/>
        </p:nvSpPr>
        <p:spPr>
          <a:xfrm>
            <a:off x="5019250" y="1217450"/>
            <a:ext cx="4124700" cy="394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70" name="Google Shape;970;p52"/>
          <p:cNvCxnSpPr/>
          <p:nvPr/>
        </p:nvCxnSpPr>
        <p:spPr>
          <a:xfrm>
            <a:off x="5019250" y="1217450"/>
            <a:ext cx="0" cy="394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1" name="Google Shape;971;p52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72" name="Google Shape;972;p52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73" name="Google Shape;973;p5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74" name="Google Shape;974;p5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5" name="Google Shape;975;p5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6" name="Google Shape;976;p5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7" name="Google Shape;977;p5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8" name="Google Shape;978;p5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52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" name="Google Shape;980;p52"/>
          <p:cNvSpPr txBox="1"/>
          <p:nvPr>
            <p:ph type="title"/>
          </p:nvPr>
        </p:nvSpPr>
        <p:spPr>
          <a:xfrm flipH="1">
            <a:off x="1046175" y="67000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981" name="Google Shape;981;p52"/>
          <p:cNvSpPr txBox="1"/>
          <p:nvPr>
            <p:ph idx="5" type="subTitle"/>
          </p:nvPr>
        </p:nvSpPr>
        <p:spPr>
          <a:xfrm>
            <a:off x="1045950" y="334925"/>
            <a:ext cx="75771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82" name="Google Shape;982;p52"/>
          <p:cNvSpPr txBox="1"/>
          <p:nvPr>
            <p:ph idx="6" type="title"/>
          </p:nvPr>
        </p:nvSpPr>
        <p:spPr>
          <a:xfrm>
            <a:off x="5019250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3" name="Google Shape;983;p52"/>
          <p:cNvSpPr txBox="1"/>
          <p:nvPr>
            <p:ph idx="7" type="subTitle"/>
          </p:nvPr>
        </p:nvSpPr>
        <p:spPr>
          <a:xfrm>
            <a:off x="5019275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4" name="Google Shape;984;p52"/>
          <p:cNvSpPr txBox="1"/>
          <p:nvPr>
            <p:ph idx="8" type="title"/>
          </p:nvPr>
        </p:nvSpPr>
        <p:spPr>
          <a:xfrm>
            <a:off x="6959938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5" name="Google Shape;985;p52"/>
          <p:cNvSpPr txBox="1"/>
          <p:nvPr>
            <p:ph idx="9" type="subTitle"/>
          </p:nvPr>
        </p:nvSpPr>
        <p:spPr>
          <a:xfrm>
            <a:off x="6959963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6" name="Google Shape;986;p52"/>
          <p:cNvSpPr txBox="1"/>
          <p:nvPr>
            <p:ph idx="13" type="subTitle"/>
          </p:nvPr>
        </p:nvSpPr>
        <p:spPr>
          <a:xfrm>
            <a:off x="5019275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7" name="Google Shape;987;p52"/>
          <p:cNvSpPr txBox="1"/>
          <p:nvPr>
            <p:ph idx="14" type="title"/>
          </p:nvPr>
        </p:nvSpPr>
        <p:spPr>
          <a:xfrm>
            <a:off x="5019250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8" name="Google Shape;988;p52"/>
          <p:cNvSpPr txBox="1"/>
          <p:nvPr>
            <p:ph idx="15" type="title"/>
          </p:nvPr>
        </p:nvSpPr>
        <p:spPr>
          <a:xfrm>
            <a:off x="6959938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9" name="Google Shape;989;p52"/>
          <p:cNvSpPr txBox="1"/>
          <p:nvPr>
            <p:ph idx="16" type="subTitle"/>
          </p:nvPr>
        </p:nvSpPr>
        <p:spPr>
          <a:xfrm>
            <a:off x="6959963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90" name="Google Shape;990;p52"/>
          <p:cNvSpPr txBox="1"/>
          <p:nvPr>
            <p:ph idx="17" type="subTitle"/>
          </p:nvPr>
        </p:nvSpPr>
        <p:spPr>
          <a:xfrm>
            <a:off x="5019275" y="1217450"/>
            <a:ext cx="3603300" cy="678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al Update - Employees highlight">
  <p:cSld name="CUSTOM_2">
    <p:bg>
      <p:bgPr>
        <a:solidFill>
          <a:schemeClr val="lt2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3"/>
          <p:cNvSpPr/>
          <p:nvPr>
            <p:ph idx="2" type="pic"/>
          </p:nvPr>
        </p:nvSpPr>
        <p:spPr>
          <a:xfrm>
            <a:off x="5212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3" name="Google Shape;993;p53"/>
          <p:cNvSpPr/>
          <p:nvPr>
            <p:ph idx="3" type="pic"/>
          </p:nvPr>
        </p:nvSpPr>
        <p:spPr>
          <a:xfrm>
            <a:off x="33957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4" name="Google Shape;994;p53"/>
          <p:cNvSpPr/>
          <p:nvPr>
            <p:ph idx="4" type="pic"/>
          </p:nvPr>
        </p:nvSpPr>
        <p:spPr>
          <a:xfrm>
            <a:off x="6269136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5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6" name="Google Shape;996;p53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7" name="Google Shape;997;p53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8" name="Google Shape;998;p5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999" name="Google Shape;999;p5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5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5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5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5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p53"/>
          <p:cNvSpPr txBox="1"/>
          <p:nvPr>
            <p:ph idx="7" type="title"/>
          </p:nvPr>
        </p:nvSpPr>
        <p:spPr>
          <a:xfrm>
            <a:off x="526800" y="846475"/>
            <a:ext cx="28689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5" name="Google Shape;1005;p53"/>
          <p:cNvSpPr txBox="1"/>
          <p:nvPr>
            <p:ph idx="8" type="title"/>
          </p:nvPr>
        </p:nvSpPr>
        <p:spPr>
          <a:xfrm>
            <a:off x="3395769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6" name="Google Shape;1006;p53"/>
          <p:cNvSpPr txBox="1"/>
          <p:nvPr>
            <p:ph idx="9" type="title"/>
          </p:nvPr>
        </p:nvSpPr>
        <p:spPr>
          <a:xfrm>
            <a:off x="6269150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Project - Timeline ">
  <p:cSld name="CUSTOM_3">
    <p:bg>
      <p:bgPr>
        <a:solidFill>
          <a:schemeClr val="lt2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4"/>
          <p:cNvSpPr txBox="1"/>
          <p:nvPr>
            <p:ph type="title"/>
          </p:nvPr>
        </p:nvSpPr>
        <p:spPr>
          <a:xfrm>
            <a:off x="6995500" y="1307575"/>
            <a:ext cx="21483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9" name="Google Shape;1009;p54"/>
          <p:cNvSpPr txBox="1"/>
          <p:nvPr>
            <p:ph idx="2" type="title"/>
          </p:nvPr>
        </p:nvSpPr>
        <p:spPr>
          <a:xfrm>
            <a:off x="48390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0" name="Google Shape;1010;p54"/>
          <p:cNvSpPr txBox="1"/>
          <p:nvPr>
            <p:ph idx="3" type="title"/>
          </p:nvPr>
        </p:nvSpPr>
        <p:spPr>
          <a:xfrm>
            <a:off x="26835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1" name="Google Shape;1011;p54"/>
          <p:cNvSpPr txBox="1"/>
          <p:nvPr>
            <p:ph idx="4" type="title"/>
          </p:nvPr>
        </p:nvSpPr>
        <p:spPr>
          <a:xfrm>
            <a:off x="521350" y="1307575"/>
            <a:ext cx="21618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2" name="Google Shape;1012;p54"/>
          <p:cNvSpPr txBox="1"/>
          <p:nvPr>
            <p:ph idx="1" type="body"/>
          </p:nvPr>
        </p:nvSpPr>
        <p:spPr>
          <a:xfrm>
            <a:off x="6995400" y="2606275"/>
            <a:ext cx="21483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3" name="Google Shape;1013;p54"/>
          <p:cNvSpPr txBox="1"/>
          <p:nvPr>
            <p:ph idx="5" type="body"/>
          </p:nvPr>
        </p:nvSpPr>
        <p:spPr>
          <a:xfrm>
            <a:off x="48389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4" name="Google Shape;1014;p54"/>
          <p:cNvSpPr txBox="1"/>
          <p:nvPr>
            <p:ph idx="6" type="body"/>
          </p:nvPr>
        </p:nvSpPr>
        <p:spPr>
          <a:xfrm>
            <a:off x="26834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5" name="Google Shape;1015;p54"/>
          <p:cNvSpPr txBox="1"/>
          <p:nvPr>
            <p:ph idx="7" type="body"/>
          </p:nvPr>
        </p:nvSpPr>
        <p:spPr>
          <a:xfrm>
            <a:off x="521250" y="2606275"/>
            <a:ext cx="21618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1016" name="Google Shape;1016;p54"/>
          <p:cNvCxnSpPr/>
          <p:nvPr/>
        </p:nvCxnSpPr>
        <p:spPr>
          <a:xfrm>
            <a:off x="483907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7" name="Google Shape;1017;p54"/>
          <p:cNvCxnSpPr/>
          <p:nvPr/>
        </p:nvCxnSpPr>
        <p:spPr>
          <a:xfrm>
            <a:off x="69950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54"/>
          <p:cNvCxnSpPr/>
          <p:nvPr/>
        </p:nvCxnSpPr>
        <p:spPr>
          <a:xfrm>
            <a:off x="26831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9" name="Google Shape;1019;p54"/>
          <p:cNvSpPr txBox="1"/>
          <p:nvPr>
            <p:ph idx="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20" name="Google Shape;1020;p54"/>
          <p:cNvSpPr txBox="1"/>
          <p:nvPr>
            <p:ph idx="9" type="title"/>
          </p:nvPr>
        </p:nvSpPr>
        <p:spPr>
          <a:xfrm flipH="1">
            <a:off x="521450" y="666257"/>
            <a:ext cx="81012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21" name="Google Shape;1021;p54"/>
          <p:cNvSpPr txBox="1"/>
          <p:nvPr>
            <p:ph idx="13" type="subTitle"/>
          </p:nvPr>
        </p:nvSpPr>
        <p:spPr>
          <a:xfrm>
            <a:off x="521250" y="334925"/>
            <a:ext cx="8101800" cy="3312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022" name="Google Shape;1022;p5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5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5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5" name="Google Shape;1025;p5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6" name="Google Shape;1026;p54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7" name="Google Shape;1027;p54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28" name="Google Shape;1028;p54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1">
  <p:cSld name="BLANK_1_1_1_1_1_1_1_1_1_1_2_1">
    <p:bg>
      <p:bgPr>
        <a:solidFill>
          <a:schemeClr val="dk2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5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1" name="Google Shape;1031;p55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2" name="Google Shape;1032;p55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33" name="Google Shape;1033;p5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p5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5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6" name="Google Shape;1036;p5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BLANK_1_1_1_1_1_1_1_1_1_1_2_1_1">
    <p:bg>
      <p:bgPr>
        <a:solidFill>
          <a:schemeClr val="lt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8" name="Google Shape;1038;p5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5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0" name="Google Shape;1040;p5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1" name="Google Shape;1041;p5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_1_1_1">
    <p:bg>
      <p:bgPr>
        <a:solidFill>
          <a:schemeClr val="lt2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7"/>
          <p:cNvSpPr txBox="1"/>
          <p:nvPr>
            <p:ph idx="1" type="subTitle"/>
          </p:nvPr>
        </p:nvSpPr>
        <p:spPr>
          <a:xfrm>
            <a:off x="5208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4" name="Google Shape;1044;p57"/>
          <p:cNvSpPr txBox="1"/>
          <p:nvPr>
            <p:ph idx="2" type="subTitle"/>
          </p:nvPr>
        </p:nvSpPr>
        <p:spPr>
          <a:xfrm>
            <a:off x="408925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5" name="Google Shape;1045;p57"/>
          <p:cNvSpPr txBox="1"/>
          <p:nvPr>
            <p:ph idx="3" type="subTitle"/>
          </p:nvPr>
        </p:nvSpPr>
        <p:spPr>
          <a:xfrm>
            <a:off x="6773250" y="-175"/>
            <a:ext cx="1848900" cy="335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46" name="Google Shape;1046;p57"/>
          <p:cNvCxnSpPr/>
          <p:nvPr/>
        </p:nvCxnSpPr>
        <p:spPr>
          <a:xfrm>
            <a:off x="5208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57"/>
          <p:cNvCxnSpPr/>
          <p:nvPr/>
        </p:nvCxnSpPr>
        <p:spPr>
          <a:xfrm>
            <a:off x="52080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57"/>
          <p:cNvCxnSpPr/>
          <p:nvPr/>
        </p:nvCxnSpPr>
        <p:spPr>
          <a:xfrm>
            <a:off x="677330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57"/>
          <p:cNvCxnSpPr/>
          <p:nvPr/>
        </p:nvCxnSpPr>
        <p:spPr>
          <a:xfrm>
            <a:off x="862352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3">
  <p:cSld name="BLANK_1_1_1_1_1_1_1_1_1_1_2_2">
    <p:bg>
      <p:bgPr>
        <a:solidFill>
          <a:schemeClr val="lt2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52" name="Google Shape;1052;p58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53" name="Google Shape;1053;p5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54" name="Google Shape;1054;p5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5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5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5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p5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4">
  <p:cSld name="BLANK_1_1_1_1_1_1_1_1_1_1_2_1_2">
    <p:bg>
      <p:bgPr>
        <a:solidFill>
          <a:schemeClr val="dk2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9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1" name="Google Shape;1061;p59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2" name="Google Shape;1062;p5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63" name="Google Shape;1063;p5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5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5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5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5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5">
  <p:cSld name="BLANK_1_1_1_1_1_1_1_1_1_1_2_1_1_2">
    <p:bg>
      <p:bgPr>
        <a:solidFill>
          <a:schemeClr val="lt1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0" name="Google Shape;1070;p6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1" name="Google Shape;1071;p6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72" name="Google Shape;1072;p6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p6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6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p6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6" name="Google Shape;1076;p6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solidFill>
          <a:schemeClr val="lt2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61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079" name="Google Shape;1079;p6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6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6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2" name="Google Shape;1082;p6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3" name="Google Shape;1083;p6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084" name="Google Shape;1084;p6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p61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lt2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2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088" name="Google Shape;1088;p6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9" name="Google Shape;1089;p6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0" name="Google Shape;1090;p6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1" name="Google Shape;1091;p6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2" name="Google Shape;1092;p6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093" name="Google Shape;1093;p6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4" name="Google Shape;1094;p62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95" name="Google Shape;1095;p62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6" name="Google Shape;1096;p6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7" name="Google Shape;1097;p62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BLANK_1_1_1_1_1_1_1_1_1_1_1_1_1">
    <p:bg>
      <p:bgPr>
        <a:solidFill>
          <a:schemeClr val="lt2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63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00" name="Google Shape;1100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1" name="Google Shape;1101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2" name="Google Shape;1102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3" name="Google Shape;1103;p63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04" name="Google Shape;1104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5" name="Google Shape;1105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6" name="Google Shape;1106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07" name="Google Shape;1107;p63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8" name="Google Shape;1108;p63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9" name="Google Shape;1109;p63"/>
          <p:cNvSpPr txBox="1"/>
          <p:nvPr>
            <p:ph idx="1" type="subTitle"/>
          </p:nvPr>
        </p:nvSpPr>
        <p:spPr>
          <a:xfrm>
            <a:off x="1042075" y="88245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10" name="Google Shape;1110;p63"/>
          <p:cNvSpPr txBox="1"/>
          <p:nvPr>
            <p:ph idx="2" type="subTitle"/>
          </p:nvPr>
        </p:nvSpPr>
        <p:spPr>
          <a:xfrm>
            <a:off x="1042100" y="301580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cxnSp>
        <p:nvCxnSpPr>
          <p:cNvPr id="1111" name="Google Shape;1111;p6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6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63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6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5" name="Google Shape;1115;p6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6" name="Google Shape;1116;p63"/>
          <p:cNvSpPr txBox="1"/>
          <p:nvPr>
            <p:ph idx="3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7" name="Google Shape;1117;p63"/>
          <p:cNvSpPr txBox="1"/>
          <p:nvPr>
            <p:ph idx="4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8" name="Google Shape;1118;p63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19" name="Google Shape;1119;p63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BLANK_1_1_1_1_1_1_1_1_1_1_1_1_1_2">
    <p:bg>
      <p:bgPr>
        <a:solidFill>
          <a:schemeClr val="lt2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64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22" name="Google Shape;1122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3" name="Google Shape;1123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4" name="Google Shape;1124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5" name="Google Shape;1125;p64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26" name="Google Shape;1126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7" name="Google Shape;1127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8" name="Google Shape;1128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29" name="Google Shape;1129;p64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0" name="Google Shape;1130;p64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1" name="Google Shape;1131;p64"/>
          <p:cNvSpPr txBox="1"/>
          <p:nvPr>
            <p:ph type="title"/>
          </p:nvPr>
        </p:nvSpPr>
        <p:spPr>
          <a:xfrm>
            <a:off x="1042100" y="886425"/>
            <a:ext cx="19794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32" name="Google Shape;1132;p64"/>
          <p:cNvSpPr txBox="1"/>
          <p:nvPr>
            <p:ph idx="2" type="title"/>
          </p:nvPr>
        </p:nvSpPr>
        <p:spPr>
          <a:xfrm>
            <a:off x="1042100" y="3023907"/>
            <a:ext cx="19851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33" name="Google Shape;1133;p64"/>
          <p:cNvSpPr txBox="1"/>
          <p:nvPr>
            <p:ph idx="1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4" name="Google Shape;1134;p6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5" name="Google Shape;1135;p64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136" name="Google Shape;1136;p6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7" name="Google Shape;1137;p6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p64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6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p6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1" name="Google Shape;1141;p64"/>
          <p:cNvSpPr txBox="1"/>
          <p:nvPr>
            <p:ph idx="5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2" name="Google Shape;1142;p64"/>
          <p:cNvSpPr txBox="1"/>
          <p:nvPr>
            <p:ph idx="6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3" name="Google Shape;1143;p64"/>
          <p:cNvSpPr txBox="1"/>
          <p:nvPr>
            <p:ph idx="7"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44" name="Google Shape;1144;p64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BLANK_1_1_1_1_1_1_1_1_1_1_1_1_1_1">
    <p:bg>
      <p:bgPr>
        <a:solidFill>
          <a:schemeClr val="lt2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oogle Shape;1146;p65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47" name="Google Shape;1147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8" name="Google Shape;1148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9" name="Google Shape;1149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0" name="Google Shape;1150;p65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51" name="Google Shape;1151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2" name="Google Shape;1152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3" name="Google Shape;1153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4" name="Google Shape;1154;p65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55" name="Google Shape;1155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6" name="Google Shape;1156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7" name="Google Shape;1157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58" name="Google Shape;1158;p65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59" name="Google Shape;1159;p65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0" name="Google Shape;1160;p65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1" name="Google Shape;1161;p65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2" name="Google Shape;1162;p65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3" name="Google Shape;1163;p65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64" name="Google Shape;1164;p6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5" name="Google Shape;1165;p6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6" name="Google Shape;1166;p6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7" name="Google Shape;1167;p6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8" name="Google Shape;1168;p6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9" name="Google Shape;1169;p65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70" name="Google Shape;1170;p65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1" name="Google Shape;1171;p65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72" name="Google Shape;1172;p65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73" name="Google Shape;1173;p65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bg>
      <p:bgPr>
        <a:solidFill>
          <a:schemeClr val="lt2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5" name="Google Shape;1175;p66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76" name="Google Shape;1176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7" name="Google Shape;1177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8" name="Google Shape;1178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9" name="Google Shape;1179;p66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80" name="Google Shape;1180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1" name="Google Shape;1181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2" name="Google Shape;1182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3" name="Google Shape;1183;p66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84" name="Google Shape;1184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5" name="Google Shape;1185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6" name="Google Shape;1186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87" name="Google Shape;1187;p66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88" name="Google Shape;1188;p66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89" name="Google Shape;1189;p66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0" name="Google Shape;1190;p66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1" name="Google Shape;1191;p66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92" name="Google Shape;1192;p66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93" name="Google Shape;1193;p6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4" name="Google Shape;1194;p6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5" name="Google Shape;1195;p6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6" name="Google Shape;1196;p6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7" name="Google Shape;1197;p6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8" name="Google Shape;1198;p66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99" name="Google Shape;1199;p66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0" name="Google Shape;1200;p66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1" name="Google Shape;1201;p66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2" name="Google Shape;1202;p66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3" name="Google Shape;1203;p66"/>
          <p:cNvSpPr txBox="1"/>
          <p:nvPr>
            <p:ph idx="7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04" name="Google Shape;1204;p66"/>
          <p:cNvSpPr txBox="1"/>
          <p:nvPr>
            <p:ph idx="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05" name="Google Shape;1205;p66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2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7" name="Google Shape;1207;p67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08" name="Google Shape;1208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9" name="Google Shape;1209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0" name="Google Shape;1210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1" name="Google Shape;1211;p67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12" name="Google Shape;1212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3" name="Google Shape;1213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4" name="Google Shape;1214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5" name="Google Shape;1215;p67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16" name="Google Shape;1216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7" name="Google Shape;1217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8" name="Google Shape;1218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19" name="Google Shape;1219;p67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0" name="Google Shape;1220;p67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1" name="Google Shape;1221;p67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2" name="Google Shape;1222;p67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3" name="Google Shape;1223;p67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224" name="Google Shape;1224;p67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25" name="Google Shape;1225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6" name="Google Shape;1226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7" name="Google Shape;1227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28" name="Google Shape;1228;p67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29" name="Google Shape;1229;p67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0" name="Google Shape;1230;p67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31" name="Google Shape;1231;p6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2" name="Google Shape;1232;p6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3" name="Google Shape;1233;p6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4" name="Google Shape;1234;p6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5" name="Google Shape;1235;p6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6" name="Google Shape;1236;p67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7" name="Google Shape;1237;p67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38" name="Google Shape;1238;p67"/>
          <p:cNvSpPr txBox="1"/>
          <p:nvPr>
            <p:ph idx="5" type="subTitle"/>
          </p:nvPr>
        </p:nvSpPr>
        <p:spPr>
          <a:xfrm>
            <a:off x="1042088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39" name="Google Shape;1239;p67"/>
          <p:cNvSpPr txBox="1"/>
          <p:nvPr>
            <p:ph idx="6" type="subTitle"/>
          </p:nvPr>
        </p:nvSpPr>
        <p:spPr>
          <a:xfrm>
            <a:off x="1042088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0" name="Google Shape;1240;p67"/>
          <p:cNvSpPr txBox="1"/>
          <p:nvPr>
            <p:ph idx="7" type="subTitle"/>
          </p:nvPr>
        </p:nvSpPr>
        <p:spPr>
          <a:xfrm>
            <a:off x="1042088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1" name="Google Shape;1241;p67"/>
          <p:cNvSpPr txBox="1"/>
          <p:nvPr>
            <p:ph idx="8" type="subTitle"/>
          </p:nvPr>
        </p:nvSpPr>
        <p:spPr>
          <a:xfrm>
            <a:off x="1042088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2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3" name="Google Shape;1243;p68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44" name="Google Shape;1244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5" name="Google Shape;1245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46" name="Google Shape;1246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7" name="Google Shape;1247;p68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48" name="Google Shape;1248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9" name="Google Shape;1249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0" name="Google Shape;1250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1" name="Google Shape;1251;p68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52" name="Google Shape;1252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3" name="Google Shape;1253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4" name="Google Shape;1254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5" name="Google Shape;1255;p68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56" name="Google Shape;1256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7" name="Google Shape;1257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8" name="Google Shape;1258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59" name="Google Shape;1259;p68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0" name="Google Shape;1260;p68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1" name="Google Shape;1261;p68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2" name="Google Shape;1262;p68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3" name="Google Shape;1263;p68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4" name="Google Shape;1264;p68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5" name="Google Shape;1265;p68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6" name="Google Shape;1266;p68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67" name="Google Shape;1267;p6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6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9" name="Google Shape;1269;p6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0" name="Google Shape;1270;p6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1" name="Google Shape;1271;p6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2" name="Google Shape;1272;p68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3" name="Google Shape;1273;p68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74" name="Google Shape;1274;p68"/>
          <p:cNvSpPr txBox="1"/>
          <p:nvPr>
            <p:ph idx="5" type="subTitle"/>
          </p:nvPr>
        </p:nvSpPr>
        <p:spPr>
          <a:xfrm>
            <a:off x="1042100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5" name="Google Shape;1275;p68"/>
          <p:cNvSpPr txBox="1"/>
          <p:nvPr>
            <p:ph idx="6" type="subTitle"/>
          </p:nvPr>
        </p:nvSpPr>
        <p:spPr>
          <a:xfrm>
            <a:off x="1042100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6" name="Google Shape;1276;p68"/>
          <p:cNvSpPr txBox="1"/>
          <p:nvPr>
            <p:ph idx="7" type="subTitle"/>
          </p:nvPr>
        </p:nvSpPr>
        <p:spPr>
          <a:xfrm>
            <a:off x="1042100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7" name="Google Shape;1277;p68"/>
          <p:cNvSpPr txBox="1"/>
          <p:nvPr>
            <p:ph idx="8" type="subTitle"/>
          </p:nvPr>
        </p:nvSpPr>
        <p:spPr>
          <a:xfrm>
            <a:off x="1042100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8" name="Google Shape;1278;p68"/>
          <p:cNvSpPr txBox="1"/>
          <p:nvPr>
            <p:ph idx="9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79" name="Google Shape;1279;p68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80" name="Google Shape;1280;p68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BLANK_1_1_1_1_1_1_1_1_1_1_1_1_1_1_1_1">
    <p:bg>
      <p:bgPr>
        <a:solidFill>
          <a:schemeClr val="lt2"/>
        </a:solid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69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283" name="Google Shape;1283;p6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284" name="Google Shape;1284;p6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5" name="Google Shape;1285;p6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6" name="Google Shape;1286;p6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6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6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_2">
    <p:bg>
      <p:bgPr>
        <a:solidFill>
          <a:schemeClr val="lt2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70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291" name="Google Shape;1291;p7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292" name="Google Shape;1292;p7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3" name="Google Shape;1293;p7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4" name="Google Shape;1294;p7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5" name="Google Shape;1295;p7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6" name="Google Shape;1296;p7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7" name="Google Shape;1297;p7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8" name="Google Shape;1298;p70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9" name="Google Shape;1299;p70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BLANK_1_1_1_1_1_1_1_1_1_1_1_1_1_1_1_1_1">
    <p:bg>
      <p:bgPr>
        <a:solidFill>
          <a:schemeClr val="lt2"/>
        </a:solidFill>
      </p:bgPr>
    </p:bg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71"/>
          <p:cNvSpPr/>
          <p:nvPr>
            <p:ph idx="2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02" name="Google Shape;1302;p71"/>
          <p:cNvSpPr/>
          <p:nvPr>
            <p:ph idx="3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03" name="Google Shape;1303;p7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04" name="Google Shape;1304;p7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5" name="Google Shape;1305;p7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6" name="Google Shape;1306;p7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7" name="Google Shape;1307;p7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8" name="Google Shape;1308;p7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9" name="Google Shape;1309;p71"/>
          <p:cNvSpPr txBox="1"/>
          <p:nvPr>
            <p:ph idx="1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10" name="Google Shape;1310;p71"/>
          <p:cNvSpPr txBox="1"/>
          <p:nvPr>
            <p:ph idx="4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11" name="Google Shape;1311;p71"/>
          <p:cNvSpPr txBox="1"/>
          <p:nvPr>
            <p:ph idx="5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12" name="Google Shape;1312;p71"/>
          <p:cNvSpPr txBox="1"/>
          <p:nvPr>
            <p:ph idx="6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1">
  <p:cSld name="BLANK_1_1_1_1_1_1_1_1_1_1_1_1_1_1_1_1_1_2">
    <p:bg>
      <p:bgPr>
        <a:solidFill>
          <a:schemeClr val="lt2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7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5" name="Google Shape;1315;p72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6" name="Google Shape;1316;p7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7" name="Google Shape;1317;p72"/>
          <p:cNvSpPr/>
          <p:nvPr>
            <p:ph idx="4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8" name="Google Shape;1318;p72"/>
          <p:cNvSpPr/>
          <p:nvPr>
            <p:ph idx="5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9" name="Google Shape;1319;p7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20" name="Google Shape;1320;p7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1" name="Google Shape;1321;p7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2" name="Google Shape;1322;p7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3" name="Google Shape;1323;p7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4" name="Google Shape;1324;p7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5" name="Google Shape;1325;p72"/>
          <p:cNvSpPr txBox="1"/>
          <p:nvPr>
            <p:ph idx="6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6" name="Google Shape;1326;p72"/>
          <p:cNvSpPr txBox="1"/>
          <p:nvPr>
            <p:ph idx="7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7" name="Google Shape;1327;p72"/>
          <p:cNvSpPr txBox="1"/>
          <p:nvPr>
            <p:ph idx="8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28" name="Google Shape;1328;p72"/>
          <p:cNvSpPr txBox="1"/>
          <p:nvPr>
            <p:ph idx="9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solidFill>
          <a:schemeClr val="lt2"/>
        </a:solidFill>
      </p:bgPr>
    </p:bg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73"/>
          <p:cNvSpPr/>
          <p:nvPr>
            <p:ph idx="2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1" name="Google Shape;1331;p73"/>
          <p:cNvSpPr/>
          <p:nvPr>
            <p:ph idx="3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2" name="Google Shape;1332;p73"/>
          <p:cNvSpPr/>
          <p:nvPr>
            <p:ph idx="4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3" name="Google Shape;1333;p7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34" name="Google Shape;1334;p7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7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6" name="Google Shape;1336;p7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7" name="Google Shape;1337;p7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7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9" name="Google Shape;1339;p73"/>
          <p:cNvSpPr txBox="1"/>
          <p:nvPr>
            <p:ph idx="1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0" name="Google Shape;1340;p73"/>
          <p:cNvSpPr txBox="1"/>
          <p:nvPr>
            <p:ph idx="5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1" name="Google Shape;1341;p73"/>
          <p:cNvSpPr txBox="1"/>
          <p:nvPr>
            <p:ph idx="6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2" name="Google Shape;1342;p73"/>
          <p:cNvSpPr txBox="1"/>
          <p:nvPr>
            <p:ph idx="7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43" name="Google Shape;1343;p73"/>
          <p:cNvSpPr txBox="1"/>
          <p:nvPr>
            <p:ph idx="8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44" name="Google Shape;1344;p73"/>
          <p:cNvSpPr txBox="1"/>
          <p:nvPr>
            <p:ph idx="9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bg>
      <p:bgPr>
        <a:solidFill>
          <a:schemeClr val="lt2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7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7" name="Google Shape;1347;p7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8" name="Google Shape;1348;p7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9" name="Google Shape;1349;p74"/>
          <p:cNvSpPr/>
          <p:nvPr>
            <p:ph idx="4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0" name="Google Shape;1350;p74"/>
          <p:cNvSpPr/>
          <p:nvPr>
            <p:ph idx="5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1" name="Google Shape;1351;p74"/>
          <p:cNvSpPr/>
          <p:nvPr>
            <p:ph idx="6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2" name="Google Shape;1352;p7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53" name="Google Shape;1353;p7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4" name="Google Shape;1354;p7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5" name="Google Shape;1355;p7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6" name="Google Shape;1356;p7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7" name="Google Shape;1357;p7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8" name="Google Shape;1358;p74"/>
          <p:cNvSpPr txBox="1"/>
          <p:nvPr>
            <p:ph idx="7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9" name="Google Shape;1359;p74"/>
          <p:cNvSpPr txBox="1"/>
          <p:nvPr>
            <p:ph idx="8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0" name="Google Shape;1360;p74"/>
          <p:cNvSpPr txBox="1"/>
          <p:nvPr>
            <p:ph idx="9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1" name="Google Shape;1361;p74"/>
          <p:cNvSpPr txBox="1"/>
          <p:nvPr>
            <p:ph idx="13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62" name="Google Shape;1362;p74"/>
          <p:cNvSpPr txBox="1"/>
          <p:nvPr>
            <p:ph idx="14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63" name="Google Shape;1363;p74"/>
          <p:cNvSpPr txBox="1"/>
          <p:nvPr>
            <p:ph idx="15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">
    <p:bg>
      <p:bgPr>
        <a:solidFill>
          <a:schemeClr val="lt2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5"/>
          <p:cNvSpPr/>
          <p:nvPr>
            <p:ph idx="2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66" name="Google Shape;1366;p7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7" name="Google Shape;1367;p7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7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9" name="Google Shape;1369;p7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- ALT 1">
  <p:cSld name="BLANK_1_1_1_1_1_1_1_1_1_1_1_1_1_1_1_1_1_1_1_2">
    <p:bg>
      <p:bgPr>
        <a:solidFill>
          <a:schemeClr val="lt2"/>
        </a:solidFill>
      </p:bgPr>
    </p:bg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76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2" name="Google Shape;1372;p7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3" name="Google Shape;1373;p7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4" name="Google Shape;1374;p76"/>
          <p:cNvSpPr/>
          <p:nvPr>
            <p:ph idx="4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75" name="Google Shape;1375;p7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6" name="Google Shape;1376;p7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7" name="Google Shape;1377;p7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8" name="Google Shape;1378;p7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BLANK_1_1_1_1_1_1_1_1_1_1_1_1_1_1_1_1_1_1_1_1">
    <p:bg>
      <p:bgPr>
        <a:solidFill>
          <a:schemeClr val="lt2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77"/>
          <p:cNvSpPr/>
          <p:nvPr>
            <p:ph idx="2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1" name="Google Shape;1381;p77"/>
          <p:cNvSpPr/>
          <p:nvPr>
            <p:ph idx="3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2" name="Google Shape;1382;p77"/>
          <p:cNvSpPr/>
          <p:nvPr>
            <p:ph idx="4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3" name="Google Shape;1383;p77"/>
          <p:cNvSpPr/>
          <p:nvPr>
            <p:ph idx="5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4" name="Google Shape;1384;p77"/>
          <p:cNvSpPr/>
          <p:nvPr>
            <p:ph idx="6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5" name="Google Shape;1385;p77"/>
          <p:cNvSpPr/>
          <p:nvPr>
            <p:ph idx="7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6" name="Google Shape;1386;p77"/>
          <p:cNvSpPr/>
          <p:nvPr>
            <p:ph idx="8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7" name="Google Shape;1387;p77"/>
          <p:cNvSpPr/>
          <p:nvPr>
            <p:ph idx="9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8" name="Google Shape;1388;p77"/>
          <p:cNvSpPr/>
          <p:nvPr>
            <p:ph idx="13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89" name="Google Shape;1389;p7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0" name="Google Shape;1390;p7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1" name="Google Shape;1391;p7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2" name="Google Shape;1392;p7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3" name="Google Shape;1393;p7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94" name="Google Shape;1394;p7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- ALT 1">
  <p:cSld name="BLANK_1_1_1_1_1_1_1_1_1_1_1_1_1_1_1_1_1_1_1_1_1">
    <p:bg>
      <p:bgPr>
        <a:solidFill>
          <a:schemeClr val="lt2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7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7" name="Google Shape;1397;p7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8" name="Google Shape;1398;p7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9" name="Google Shape;1399;p78"/>
          <p:cNvSpPr/>
          <p:nvPr>
            <p:ph idx="4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0" name="Google Shape;1400;p78"/>
          <p:cNvSpPr/>
          <p:nvPr>
            <p:ph idx="5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1" name="Google Shape;1401;p78"/>
          <p:cNvSpPr/>
          <p:nvPr>
            <p:ph idx="6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2" name="Google Shape;1402;p78"/>
          <p:cNvSpPr/>
          <p:nvPr>
            <p:ph idx="7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3" name="Google Shape;1403;p78"/>
          <p:cNvSpPr/>
          <p:nvPr>
            <p:ph idx="8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4" name="Google Shape;1404;p78"/>
          <p:cNvSpPr/>
          <p:nvPr>
            <p:ph idx="9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5" name="Google Shape;1405;p78"/>
          <p:cNvSpPr/>
          <p:nvPr>
            <p:ph idx="13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6" name="Google Shape;1406;p78"/>
          <p:cNvSpPr/>
          <p:nvPr>
            <p:ph idx="14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7" name="Google Shape;1407;p78"/>
          <p:cNvSpPr/>
          <p:nvPr>
            <p:ph idx="15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08" name="Google Shape;1408;p7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9" name="Google Shape;1409;p7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0" name="Google Shape;1410;p7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1" name="Google Shape;1411;p7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2" name="Google Shape;1412;p7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13" name="Google Shape;1413;p7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6" name="Google Shape;1416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8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9" name="Google Shape;1419;p8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0" name="Google Shape;1420;p8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1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6" name="Google Shape;1426;p82"/>
          <p:cNvGrpSpPr/>
          <p:nvPr/>
        </p:nvGrpSpPr>
        <p:grpSpPr>
          <a:xfrm rot="5400000">
            <a:off x="592728" y="890697"/>
            <a:ext cx="369896" cy="333900"/>
            <a:chOff x="96076" y="654376"/>
            <a:chExt cx="369896" cy="333900"/>
          </a:xfrm>
        </p:grpSpPr>
        <p:cxnSp>
          <p:nvCxnSpPr>
            <p:cNvPr id="1427" name="Google Shape;1427;p8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8" name="Google Shape;1428;p8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29" name="Google Shape;1429;p8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30" name="Google Shape;1430;p82"/>
          <p:cNvCxnSpPr/>
          <p:nvPr/>
        </p:nvCxnSpPr>
        <p:spPr>
          <a:xfrm>
            <a:off x="6771475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1" name="Google Shape;1431;p82"/>
          <p:cNvCxnSpPr/>
          <p:nvPr/>
        </p:nvCxnSpPr>
        <p:spPr>
          <a:xfrm>
            <a:off x="4861906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2" name="Google Shape;1432;p82"/>
          <p:cNvCxnSpPr/>
          <p:nvPr/>
        </p:nvCxnSpPr>
        <p:spPr>
          <a:xfrm>
            <a:off x="2950750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3" name="Google Shape;1433;p8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4" name="Google Shape;1434;p82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8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82"/>
          <p:cNvCxnSpPr/>
          <p:nvPr/>
        </p:nvCxnSpPr>
        <p:spPr>
          <a:xfrm rot="10800000">
            <a:off x="1040600" y="2343750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8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8" name="Google Shape;1438;p82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39" name="Google Shape;1439;p82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Thanks for participating</a:t>
            </a:r>
            <a:endParaRPr/>
          </a:p>
        </p:txBody>
      </p:sp>
      <p:sp>
        <p:nvSpPr>
          <p:cNvPr id="1440" name="Google Shape;1440;p82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2</a:t>
            </a:r>
            <a:endParaRPr sz="1500"/>
          </a:p>
        </p:txBody>
      </p:sp>
      <p:sp>
        <p:nvSpPr>
          <p:cNvPr id="1441" name="Google Shape;1441;p82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2" name="Google Shape;1442;p82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1</a:t>
            </a:r>
            <a:endParaRPr sz="1500"/>
          </a:p>
        </p:txBody>
      </p:sp>
      <p:sp>
        <p:nvSpPr>
          <p:cNvPr id="1443" name="Google Shape;1443;p82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4" name="Google Shape;1444;p82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3</a:t>
            </a:r>
            <a:endParaRPr sz="1500"/>
          </a:p>
        </p:txBody>
      </p:sp>
      <p:sp>
        <p:nvSpPr>
          <p:cNvPr id="1445" name="Google Shape;1445;p82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6" name="Google Shape;1446;p82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7" name="Google Shape;1447;p82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8" name="Google Shape;1448;p82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4</a:t>
            </a:r>
            <a:endParaRPr sz="1500"/>
          </a:p>
        </p:txBody>
      </p:sp>
      <p:sp>
        <p:nvSpPr>
          <p:cNvPr id="1449" name="Google Shape;1449;p82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50" name="Google Shape;1450;p82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51" name="Google Shape;1451;p82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52" name="Google Shape;1452;p82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453" name="Google Shape;1453;p82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454" name="Google Shape;1454;p82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>
                <a:solidFill>
                  <a:schemeClr val="lt2"/>
                </a:solidFill>
              </a:rPr>
              <a:t>Let’s discuss these topics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9" name="Google Shape;1459;p8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0" name="Google Shape;1460;p8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61" name="Google Shape;1461;p83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1462" name="Google Shape;1462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3" name="Google Shape;1463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4" name="Google Shape;1464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5" name="Google Shape;1465;p83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1466" name="Google Shape;1466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7" name="Google Shape;1467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8" name="Google Shape;1468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9" name="Google Shape;1469;p83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1470" name="Google Shape;1470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1" name="Google Shape;1471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2" name="Google Shape;1472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3" name="Google Shape;1473;p83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1474" name="Google Shape;1474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5" name="Google Shape;1475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6" name="Google Shape;1476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7" name="Google Shape;1477;p83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1478" name="Google Shape;1478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9" name="Google Shape;1479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80" name="Google Shape;1480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81" name="Google Shape;1481;p83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1482" name="Google Shape;1482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3" name="Google Shape;1483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84" name="Google Shape;1484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85" name="Google Shape;1485;p8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6" name="Google Shape;1486;p83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7" name="Google Shape;1487;p83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8" name="Google Shape;1488;p83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9" name="Google Shape;1489;p83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0" name="Google Shape;1490;p83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1" name="Google Shape;1491;p8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2" name="Google Shape;1492;p8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3" name="Google Shape;1493;p83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The Widget Confernece 2026</a:t>
            </a:r>
            <a:endParaRPr/>
          </a:p>
        </p:txBody>
      </p:sp>
      <p:sp>
        <p:nvSpPr>
          <p:cNvPr id="1494" name="Google Shape;1494;p8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495" name="Google Shape;1495;p83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496" name="Google Shape;1496;p83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Today’s agenda</a:t>
            </a:r>
            <a:endParaRPr/>
          </a:p>
        </p:txBody>
      </p:sp>
      <p:sp>
        <p:nvSpPr>
          <p:cNvPr id="1497" name="Google Shape;1497;p83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2</a:t>
            </a:r>
            <a:endParaRPr/>
          </a:p>
        </p:txBody>
      </p:sp>
      <p:sp>
        <p:nvSpPr>
          <p:cNvPr id="1498" name="Google Shape;1498;p83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3</a:t>
            </a:r>
            <a:endParaRPr/>
          </a:p>
        </p:txBody>
      </p:sp>
      <p:sp>
        <p:nvSpPr>
          <p:cNvPr id="1499" name="Google Shape;1499;p83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4</a:t>
            </a:r>
            <a:endParaRPr/>
          </a:p>
        </p:txBody>
      </p:sp>
      <p:sp>
        <p:nvSpPr>
          <p:cNvPr id="1500" name="Google Shape;1500;p83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5</a:t>
            </a:r>
            <a:endParaRPr/>
          </a:p>
        </p:txBody>
      </p:sp>
      <p:sp>
        <p:nvSpPr>
          <p:cNvPr id="1501" name="Google Shape;1501;p83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6</a:t>
            </a:r>
            <a:endParaRPr/>
          </a:p>
        </p:txBody>
      </p:sp>
      <p:sp>
        <p:nvSpPr>
          <p:cNvPr id="1502" name="Google Shape;1502;p83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First Person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84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30"/>
              <a:t>Add a title for your board meeting</a:t>
            </a:r>
            <a:endParaRPr sz="5030"/>
          </a:p>
        </p:txBody>
      </p:sp>
      <p:sp>
        <p:nvSpPr>
          <p:cNvPr id="1508" name="Google Shape;1508;p8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509" name="Google Shape;1509;p84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your space for legal copy. </a:t>
            </a:r>
            <a:r>
              <a:rPr lang="en"/>
              <a:t>State whether the information</a:t>
            </a:r>
            <a:r>
              <a:rPr lang="en"/>
              <a:t> is confidential and specify who can read this deck.</a:t>
            </a:r>
            <a:endParaRPr/>
          </a:p>
        </p:txBody>
      </p:sp>
      <p:sp>
        <p:nvSpPr>
          <p:cNvPr id="1510" name="Google Shape;1510;p84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Q1/Month</a:t>
            </a:r>
            <a:endParaRPr/>
          </a:p>
        </p:txBody>
      </p:sp>
      <p:sp>
        <p:nvSpPr>
          <p:cNvPr id="1511" name="Google Shape;1511;p84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