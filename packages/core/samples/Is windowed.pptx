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B4EDA-4B35-86F6-4F75-44AA8A40F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96BBF-212F-32A3-C448-B855BBAC2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E0C5C-EEA9-680F-7D11-97D9FCFE5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7643-1C38-A502-5BF2-7161437F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411827-AB00-6465-3ABC-D1A4410EB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7962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C8DB0-DD06-37C2-F680-CDFE91FB9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6895-A42D-C797-F3A0-9ADC39625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0D960-4C88-DAD1-5126-F3AF0C29F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04686-11AC-9BAE-66AE-811A3C538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B63F6-332B-E91B-8344-20FC1362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6297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D6D23-78B1-6846-F5C8-FD27B7D3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2BCEF-28CA-D516-32EF-9604B9BA2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6BF7B-BC8A-5160-8DBF-CF061F7C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9B343-8596-BD33-6A69-BBC43A8D9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3FA03E-E506-A1AF-09DC-8217EB580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5197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30D9-05D4-0043-DC84-C23E3941A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81278-0D08-3DDB-86FB-546761554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7DC22F-79AC-6997-23D7-43DC1FA8C6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9FFA0B-860E-A096-2F81-7B9CF7FA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E9E2E6-23D7-4E52-EDE9-ED9FD3934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13D83-0634-0EE3-FDAC-4BF8FEE8A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830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8C023-AC11-3D86-ED91-94D985E5D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F48F19-872E-A065-DCD2-4F9620DD3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52D3DD-7161-3A6B-D6FC-07EF0AB2C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F421F-86C3-487C-DF6F-E5B49BC318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8C83F-688B-2A39-C901-1873B12E8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5F8D61-0F57-1BAB-E0EA-1218A428B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66C2B0-4879-B14D-295F-33181CAA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3B45F0-9CF5-3D6E-C307-651D8F6E8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088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0A7C8-6AB2-EE48-9361-B968CB814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EF5A3-C29C-18EC-85FD-70609F208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C915F-ECCE-AA56-1E5A-2E4235E5A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8932A4-1739-94A1-BF0B-85682033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284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F96B5-C4AA-98F9-822A-D82BE506C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97EB28-FCEC-C4F3-2043-618E659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8EDEC8-5E21-243F-3E2E-33722C033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6768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4BC2-4D54-0782-71FF-966FA53F9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B0880-1F05-ADB6-0F6B-F63F44FD3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AE529B-6026-E5C3-1729-ECEC34D0CA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F5A229-D5C4-A06F-9F2C-455D3036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772C-0828-B404-367E-207F142F2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942D6-0E5D-10C6-63D4-AB91CFCD1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3278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B324-518C-9048-192E-9174F29C2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A4CFAA-9985-807A-1E5A-C8A7AAD6DE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DBAD9-A344-8E4E-2A6A-9A79A2DC86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2021E-AC27-8532-9368-C5D1AEE3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03198-613D-6FEC-9A84-50F5BD0A8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3BB23-C91C-6B3C-229B-A6B0E550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42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39D5-F1BD-C12C-8BC5-EE1431F18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415F5-6DCE-2283-FCC1-F12955506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7A366-1E06-0106-734E-8101E2FC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6DA10-46E2-C4E4-46EB-81618E83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C2D50-E3AA-70FA-F627-19D3456F9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6921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8669D2-D096-0A61-2034-869648558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1F06B0-5C58-7DE7-6525-1117C2E1D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6F30E-14C2-E1C9-5F0A-0D7DF2922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DFB3C-CE87-61E4-0845-D46141799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2C9BA-EA26-4A27-F8C8-7243CC5EB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618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05CC55-B5AF-AEFD-D9C7-A6C2B439D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69726-C9A0-093B-FD03-A64AD11C3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DB966-ED7C-B03D-E3AE-84DEFA24F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AE118-75EF-43B2-B144-5A1852516BF2}" type="datetimeFigureOut">
              <a:rPr lang="en-AU" smtClean="0"/>
              <a:t>18/05/2026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6B790-8826-1D2B-B65F-767E43FEF9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3FAEAD-BB3C-F632-802A-ED50AFDB2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276B29-1C72-45CB-AAA3-3041837589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651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AB06-8813-C99A-109A-FE15666E24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/>
              <a:t>Is windowed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179956-16E6-EB74-CA41-072E62B90A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57502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Is windowed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TSD SPC</dc:creator>
  <cp:lastModifiedBy>TSD SPC</cp:lastModifiedBy>
  <cp:revision>1</cp:revision>
  <dcterms:created xsi:type="dcterms:W3CDTF">2026-05-17T20:18:50Z</dcterms:created>
  <dcterms:modified xsi:type="dcterms:W3CDTF">2026-05-17T20:18:59Z</dcterms:modified>
</cp:coreProperties>
</file>