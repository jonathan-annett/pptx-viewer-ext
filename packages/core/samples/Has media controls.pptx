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837E-B669-1677-9E26-9E05D514D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2F5F3-C896-1311-8C7A-0D79BA585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3C576-ECBB-EABC-7F53-E432522ED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6EA32-4693-9529-9011-71ECDF19D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65E78-2999-5D99-6915-4B79A565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1763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82E48-78DB-B427-856D-3D8D252DC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48705-70DA-32CD-D03A-33BA0B4F8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EFF97-9C56-C47A-664B-7B7AB7E3A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34E4C-18F0-0236-63E4-87B993B4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B46FC-1A47-A05C-3547-299140EC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30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DDC09-E36F-1468-3B1B-854CE276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397FF-742F-8A2E-D6D0-E568A48E6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2DFFD-DFDE-0246-A760-4646A0ACA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19DDE-5C47-26C1-49E3-F6540012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15880-4F20-B4F0-D1A4-9674B3F9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933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51874-1477-829D-1229-1B111AC72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1A35F-3822-B7C4-5362-CD6987DF3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E814F-4AF0-B144-9BC2-A488B6B9B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5CD70-DE71-2E75-DBBD-342A08D3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78FBF-EBF6-9135-A2A3-33B3C2B5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23282-584D-872E-D907-4DCF2A70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493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8372-14AB-2E2E-69B6-43F39F62B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52365-9179-5480-B32F-820001D5B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75547-8EEA-1C09-E269-13E255D72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03648-AE88-8932-E71B-8963436A5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4F07D2-B54D-29E6-C447-CA8ACE8B0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59B02E-5BDA-6A59-2C36-CBAAF820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18DCB5-343D-3FB7-C9E9-F55142768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354B9A-F7B0-0E81-BF0C-12C5BFE9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6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EDE23-5F7A-4FE7-2737-F5182ED56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CDE59-9765-1AA0-774C-23207BB9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CE4CFA-6018-1420-8750-55896E99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DA138-AE82-AAC7-16BF-BCAF3CEBD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2195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985CC-1DA6-45B7-DF4D-2FADFE12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6D44F-2A19-DBA5-DDE9-A3F35C6BD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829E-87A1-BEE2-0A56-0225B6B17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9496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D712-9855-423E-D53C-B5EF2DD3B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3A391-01B3-DF89-A586-61563D8B9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F8A73-81E4-9F00-6353-5965D974B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64B85-31A7-5A25-E70F-D49396F4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D2AA2-BD75-EF45-29F5-CAF1CEE8A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CDB3A-7BBA-DBA8-B21E-340A9424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885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6803-D43F-E329-E642-C471AC970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E5A7E7-9B01-081E-0DA2-2193ABC0A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49648-D7A5-DF83-9AE8-AE1AAB13D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CAFEF-3AAD-9C31-60BA-67856F7E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1F5CD-62E4-AF97-72BB-129D6F3FA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209DB-FCA0-807C-B458-AAF4CD2CB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5059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FA08-AC20-1C02-27FB-FB11D7EBA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E3D61-61AA-D52E-D3BD-C4596FC8D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2C519-6AFA-CEFF-057D-08DECC23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37C2A-DD87-7CE9-668F-4C60835A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05B7B-5E80-248D-B278-1D5D1F43E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958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7459A-A35F-F02D-D0AB-56496CD17F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0A4B76-04B3-677C-3FBF-3FC683B23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63C88-BBC7-98B9-2384-66A8E372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9BFF2-A73B-238B-6196-2B0ACC59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7048-1FA5-32CD-0332-EBFA4AD7F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23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877389-79F5-2151-6B42-035B9A9DC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98982-A606-2D83-47F6-68130C10A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5478-215D-DC30-0B81-ED06F2D92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66005-5DA2-4666-A097-59F5AFD1A2B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09881-9E9B-A910-15CC-AC5FB5C43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67C42-38D5-B9C1-CA76-25315EF8B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45AF3-6DD4-4086-880F-FE2A8C95B4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180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F428-BF01-A60B-295A-AA5ED21CA2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Has media controls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8F273-82E9-E3AA-D83E-1E5823CB53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3164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Has media controls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TSD SPC</dc:creator>
  <cp:lastModifiedBy>TSD SPC</cp:lastModifiedBy>
  <cp:revision>1</cp:revision>
  <dcterms:created xsi:type="dcterms:W3CDTF">2026-05-17T20:17:30Z</dcterms:created>
  <dcterms:modified xsi:type="dcterms:W3CDTF">2026-05-17T20:17:39Z</dcterms:modified>
</cp:coreProperties>
</file>